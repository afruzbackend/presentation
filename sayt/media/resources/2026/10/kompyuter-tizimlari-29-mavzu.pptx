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Kompyuterga dasturiy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texnik xizmat ko‘rsatish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Tiklash nuqtasi yaratish, windows va drayverlarni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yangilash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Diskni tozalash, optimallashtirish va tizim fayllarini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tekshirish (cleanmgr, dfrgui, chkdsk, sfc, dism)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kompyuterga to‘liq dasturiy texnik xizmat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ko‘rsatish va natijani jurnalga yozish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Windows’ning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o‘rnatilgan vositalari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kompyuterga dasturiy texnik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xizmat ko‘rsatish: yangilash,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diskni tozalash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optimallashtirish, tizim fayllarini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tekshirish va tiklash bo‘yicha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tiklash nuqtasi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yaratadilar, yangilanishlarni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o‘rnatadilar, diskni tozalaydilar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optimallashtiradilar, sfc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DISM buyruqlari bilan tizim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fayllarini tekshira 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TIKLASH NUQTASI YARATISH, WINDOWS VA DRAYVERLARNI YANGILASH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shartlar va xavfsizlik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uchun administrator huquqiga ega hisob, internet aloqasi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kamida 30–40 daqiqa vaqt kerak. Xavfsizlik eslatmasi: noutbukda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ishlasangiz, zaryadlovchini ulang — yangilanish yoki disk tekshiruvi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paytida quvvat uzilishi tizimni ishdan chiqarishi mumkin.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TIKLASH NUQTASI YARATISH, WINDOWS VA DRAYVERLARNI YANGILASH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1-qadam: tiklash nuqtasini yaratish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 + R → sysdm.cpl → «System Protection» (Tizim himoyasi) yorlig‘i.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C: diski uchun himoya yoqilganini tekshiring («Protection: On»). O‘chiq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bo‘lsa, «Configure» orqali yoqing.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«Create» tugmasini bosing, nuqtaga tushunarli nom bering (masalan,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«Texnik xizmatdan oldin») va yaratilishini kuting.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TIKLASH NUQTASI YARATISH, WINDOWS VA DRAYVERLARNI YANGILASH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2-qadam: yangilanishlar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Sozlamalar → Windows Update → «Check for updates»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(Yangilanishlarni tekshirish) tugmasini bosing. Topilgan yangilanishlarni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o‘rnating va talab qilinsa, kompyuterni qayta yuklang.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Drayverlarni noma’lum «drayver yig‘uvchi» dasturlardan emas,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Windows Update yoki qurilma ishlab chiqaruvchisining rasmiy saytidan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olish kerak.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DISKNI TOZALASH, OPTIMALLASHTIRISH VA TIZIM FAYLLARINI TEKSHIRISH (CLEANMGR, DFRGUI…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3-qadam: diskni tozalash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 10/11 da avtomatik tozalash uchun Storage Sense funksiyasi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ham bor: Sozlamalar → Tizim → Xotira (Storage) bo‘limida yoqiladi.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Win + R → cleanmgr → C: </a:t>
            </a:r>
            <a:r>
              <a:rPr sz="2600" b="0">
                <a:solidFill>
                  <a:srgbClr val="1B2A4A"/>
                </a:solidFill>
                <a:latin typeface="Segoe UI"/>
              </a:rPr>
              <a:t>diskini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«Clean up system files» (Tizim fayllarini tozalash) tugmasini bosing —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bunda eski yangilanish fayllari ham hisobga olinadi.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Vaqtinchalik fayllar, savat, eskizlar (Thumbnails), «Windows Update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Cleanup» bandlarini belgilang.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398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900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«OK» → «Delete Files» ni bosing va jarayon tugashini kuting.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DISKNI TOZALASH, OPTIMALLASHTIRISH VA TIZIM FAYLLARINI TEKSHIRISH (CLEANMGR, DFRGUI…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4-qadam: diskni optimallashtirish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 + R → dfrgui orqali «Optimize Drives» oynasi ochiladi. Oddiy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qattiq disk (HDD) uchun bu vosita defragmentatsiya bajaradi — fayl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bo‘laklarini ketma-ket joylashtiradi.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DISKNI TOZALASH, OPTIMALLASHTIRISH VA TIZIM FAYLLARINI TEKSHIRISH (CLEANMGR, DFRGUI…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5-qadam: disk va tizim fayllarini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Terminal (Admin) yoki «Command Prompt» ni administrator sifatida oching va buyruqlarni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ketma-ket bajaring: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96"/>
                <a:gridCol w="3692329"/>
                <a:gridCol w="411032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Buyruq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chkdsk C: /f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tizimi xatolarini topadi va tuzatadi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Tizim diskida keyingi qayta yuklashda bajariladi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108775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DISM /Online /Cleanup-Image /RestoreHealth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tasvirini (komponentlar omborini) tiklaydi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Internet kerak, 10–20 daqiqa davom etishi mumkin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sfc /scannow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Shikastlangan tizim fayllarini tekshiradi va tiklaydi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Natija: «did not find any integrity violations» — xato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KOMPYUTERGA TO‘LIQ DASTURIY TEXNIK XIZMAT KO‘RSATISH VA NATIJANI…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C: diskidagi bo‘sh joy oldingi qiymatga nisbatan oshgan bo‘lishi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Update oynasida «You’re up to date» (Yangilanishlar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o‘rnatilgan) yozuvi chiqishi lozim.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Optimize Drives oynasida disk holati «OK» bo‘lishi kerak.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sfc natijasida xato topilmagani yoki xatolar tuzatilgani haqida xabar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chiqishi kerak.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KOMPYUTERGA TO‘LIQ DASTURIY TEXNIK XIZMAT KO‘RSATISH VA NATIJANI…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Yakunda bajarilgan ishlar jurnalga yoziladi, masalan: «08.10, PC-07: tiklash nuqtasi yaratildi, 5 ta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yangilanish o‘rnatildi, 3,2 GB bo‘shatildi, sfc — xato yo‘q». Bunday yozuvlar keyingi xizmatlarda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vaqtni tejaydi.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5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971"/>
                <a:gridCol w="3826303"/>
                <a:gridCol w="4051380"/>
              </a:tblGrid>
              <a:tr h="389255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Sababi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«You must be an administrator» xabari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Buyruq qatori oddiy rejimda ochilgan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Terminal (Admin) ni ishga tushirish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chkdsk diskni «band» deydi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Tizim diski ishlatilmoqda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Tekshiruvni keyingi qayta yuklashga rejalashtirish (Y)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DISM xatolik bilan to‘xtadi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Internet yo‘q yoki Windows Update xizmati to‘xtagan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Aloqani va wuauserv xizmatini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Foydalanuvchi fayllari o‘chib ketdi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Disk Cleanup’da «Downloads» belgilangan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Savatdan yoki zaxira nusxadan tiklash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59563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Yangilanishdan keyin qurilma ishlamadi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Mos kelmagan drayver o‘rnatilgan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A"/>
                          </a:solidFill>
                          <a:latin typeface="Segoe UI"/>
                        </a:rPr>
                        <a:t>Device Manager → Roll Back Driver yoki tiklash nuqtasi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dasturiy texnik xizmatni tiklash nuqtasi yaratishdan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boshlash kerak?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Disk Cleanup’dagi «Clean up system files» tugmasi nima beradi?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HDD va SSD ni optimallashtirish o‘rtasida qanday farq bor?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sfc /scannow va DISM buyruqlari qanday vazifani bajaradi?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Bajarilgan dasturiy xizmat jurnalga qanday yoziladi?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29-mavzu. Kompyuterga dasturiy texnik xizmat ko‘rsatish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