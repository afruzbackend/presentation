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Printer, skaner, kolonka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boshqa qo‘shimcha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qurilmalarni ulash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Qo‘shimcha qurilmalarni ulashga tayyorgarlik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drayverlar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Printer, skaner va audio qurilmalarni ulash hamda sozlash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printerni o‘rnatish, sinov sahifasini chop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etish va ovozni sozlash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printer, skaner,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kolonka, mikrofon va veb-kamera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kabi qo‘shimcha qurilmalarni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kompyuterga ulash, drayver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o‘rnatish va Windows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sozlamalarida ularni tekshirish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Qo‘shimcha qurilmalarni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ulaydilar, drayverni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o‘rnatadilar, sinov sahifasini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chop etadilar, hujjatni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skanerlaydilar va ovoz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qurilmalarini sozlay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QO‘SHIMCHA QURILMALARNI ULASHGA TAYYORGARLIK VA DRAYVERLAR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Drayver va uning ahamiyati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Drayver — operatsion tizimga qurilma bilan qanday ishlashni «o‘rgatadigan»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maxsus dastur. Windows 10/11 ko‘plab printer, skaner va audio qurilmalar uchun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drayverni Windows Update orqali avtomatik o‘rnatadi.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Ishonchli manba: </a:t>
            </a:r>
            <a:r>
              <a:rPr sz="2200" b="0">
                <a:solidFill>
                  <a:srgbClr val="1B2A4A"/>
                </a:solidFill>
                <a:latin typeface="Segoe UI"/>
              </a:rPr>
              <a:t>faqat ishlab chiqaruvchining rasmiy sayti (Qo‘llab-quvvatlash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yoki Support bo‘limi) yoki qurilma bilan birga kelgan disk.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Moslik: </a:t>
            </a:r>
            <a:r>
              <a:rPr sz="2200" b="0">
                <a:solidFill>
                  <a:srgbClr val="1B2A4A"/>
                </a:solidFill>
                <a:latin typeface="Segoe UI"/>
              </a:rPr>
              <a:t>drayver Windows versiyasi (10 yoki 11) va razryadiga (64-bit) mos bo‘lishi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Model nomi: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qurilma korpusidagi yoki ostidagi yorliqdan aniq model aniqlanadi.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Xavf: </a:t>
            </a:r>
            <a:r>
              <a:rPr sz="2200" b="0">
                <a:solidFill>
                  <a:srgbClr val="1B2A4A"/>
                </a:solidFill>
                <a:latin typeface="Segoe UI"/>
              </a:rPr>
              <a:t>noma’lum «drayver to‘plami» saytlaridan yuklangan fayllar ko‘pincha zararli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dastur tarqatadi.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QO‘SHIMCHA QURILMALARNI ULASHGA TAYYORGARLIK VA DRAYVERLAR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kompyuter, USB printer yoki MFU, skaner, kolonka, mikrofon,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veb-kamera va ularning kabellari kerak. Printer va skaner tarmoqqa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faqat quvvat kabeli butun bo‘lganda ulanadi.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QO‘SHIMCHA QURILMALARNI ULASHGA TAYYORGARLIK VA DRAYVERLAR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 uchun ulanish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11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326"/>
                <a:gridCol w="3512922"/>
                <a:gridCol w="607640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Ulanish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Windows’dagi bo‘lim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Printer, MFU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USB-B kabel, Wi-Fi yoki Ethernet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Bluetooth va qurilmalar → Printerlar va skanerlar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Skaner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USB-B yoki MFU tarkibida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Printerlar va skanerlar; «Windows Faks va Skaner» dasturi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Kolonka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3,5 mm yashil uya, USB yoki Bluetooth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Ovoz → 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Mikrofon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3,5 mm pushti uya yoki USB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Ovoz → Kiritish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Veb-kamera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Kamera ilovasi; Sozlamalar → Bluetooth va qurilmalar → Kameralar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PRINTER, SKANER VA AUDIO QURILMALARNI ULASH HAMDA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Printerni ulash va o‘rnatish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Printerni qadoq lentalaridan tozalab, kartrij yoki toner kartrijini o‘rnatish, lotokka A4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qog‘oz solish.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Printerni quvvat tarmog‘iga ulab yoqish, USB kabelni avval printerga, so‘ng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kompyuterga ulash.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1367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327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Windows qurilmani aniqlashini kutish; Windows 11 da: Sozlamalar → Bluetooth va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qurilmalar → Printerlar va skanerlar (Windows 10 da: Sozlamalar →…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427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3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Printer ro‘yxatda chiqmasa, «Qurilma qo‘shish» tugmasini bosish; topilmasa — ishlab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chiqaruvchi saytidan drayverni yuklab o‘rnatish.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Printer nomini bosib, «Sinov sahifasini chop etish» buyrug‘ini bajarish.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4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490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Kerak bo‘lsa, printerni standart (default) printer qilib belgilash.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PRINTER, SKANER VA AUDIO QURILMALARNI ULASH HAMDA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Skaner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Skaner yoki MFU ni ulab, Printerlar va skanerlar ro‘yxatida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bo‘lganini tekshirish.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Hujjatni skaner oynasiga yuzi pastga qaratib, burchak belgisiga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to‘g‘rilab qo‘yish.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Scan ilovasi yoki «Windows Faks va Skaner» dasturini ochish.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turini (PDF, JPEG, PNG) va ruxsatni (matn uchun 300 dpi) tanlash.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«Skanerlash» tugmasini bosib, faylni Hujjatlar papkasida tushunarli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nom bilan saqlash.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PRINTER, SKANER VA AUDIO QURILMALARNI ULASH HAMDA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Kolonka, mikrofon va veb-kamera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Kompyuterning 3,5 mm audio uyalari rang bilan belgilanadi: yashil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kolonka yoki quloqchin, pushti — mikrofon, ko‘k — chiziqli kirish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(line-in).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PRINTERNI O‘RNATISH, SINOV SAHIFASINI CHOP ETISH VA OVOZNI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Sinov sahifasi to‘liq, chiziqlarsiz va dog‘larsiz chop etilgan.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Skanerlangan PDF fayl ochiladi, matn o‘qiladi va qiyshaymagan.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Kolonkadan Windows ovozi yoki sinov ohangi eshitiladi, balandlik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Mikrofon daraja shkalasi gapirganda harakatlanadi.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Kamera ilovasida tasvir aniq va kechikishsiz ko‘rinadi.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PRINTERNI O‘RNATISH, SINOV SAHIFASINI CHOP ETISH VA OVOZNI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415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36"/>
                <a:gridCol w="3624545"/>
                <a:gridCol w="500187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 «Oflayn» holatda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 uzilgan yoki printer o‘chiq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 va quvvatni tekshirish, printerni qayta yoqish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 navbatda «qotib» qoldi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Chop etish navbatida xatolik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Navbatni ochib hujjatni bekor qilish; zarur bo‘lsa Print Spooler…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Qog‘oz tiqilib qoldi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Qog‘oz nam, burishgan yoki ortiqcha solingan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Printerni o‘chirib, qog‘ozni qog‘oz yo‘nalishi bo‘ylab ehtiyotkorlik…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Kolonkadan ovoz chiqmaydi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uya yoki chiqish qurilmasi tanlangan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Yashil uyaga ulash, Ovoz sozlamalarida chiqish qurilmasini tanlash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Mikrofon eshitilmaydi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Pushti emas, yashil uyaga ulangan yoki ruxsat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uyaga ulash, Maxfiylik sozlamalarida mikrofonga ruxsat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PRINTERNI O‘RNATISH, SINOV SAHIFASINI CHOP ETISH VA OVOZNI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madaniyati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Qo‘shimcha qurilmalar bilan ishlaganda qog‘oz va sarflash materiallari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tejaladi: sinov uchun bitta sahifa yetarli, qoralama hujjatlarni ekranda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tekshirib, keyin chop etish lozim.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Kichik guruhlar uchta stansiya bo‘ylab navbat bilan ishlaydi: 1-stansiya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— USB printerni ulab, drayverni o‘rnatish va sinov sahifasini chop etish;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Ishonchli manba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Faqat ishlab chiqaruvchining rasmiy sayti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(Qo‘llab-quvvatlash yoki Support bo‘limi)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qurilma bilan birga kelgan disk.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Model nomi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Qurilma korpusidagi yoki ostidagi yorliqdan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aniq model aniqlanadi.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Moslik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Drayver Windows versiyasi (10 yoki 11)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razryadiga (64-bit) mos bo‘lishi kerak.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Noma’lum «drayver to‘plami» saytlaridan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yuklangan fayllar ko‘pincha zararli dastur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tarqatadi.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 nima va uni qayerdan yuklab olish xavfsiz?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da printer qaysi sozlamalar bo‘limi orqali qo‘shiladi?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Kompyuterning yashil, pushti va ko‘k audio uyalariga nimalar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Chop etish navbatida hujjat «qotib» qolsa, nima qilish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Kamera ilovasi veb-kamerani ko‘rmasa, qaysi sozlamani tekshirish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lozim?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Printer, skaner, kolonka va boshqa qo‘shimcha qurilmalarni ulash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