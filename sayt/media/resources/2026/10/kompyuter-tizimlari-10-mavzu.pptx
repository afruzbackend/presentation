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14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0E7C7B"/>
                </a:solidFill>
                <a:latin typeface="Georgia"/>
              </a:rPr>
              <a:t>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Amaliy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0E7C7B"/>
                </a:solidFill>
                <a:latin typeface="Segoe UI"/>
              </a:rPr>
              <a:t>KOMPYUTER TIZIMLARI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183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Protsessor, tezkor xotira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va ona platani aniqlash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2898775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218815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60946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92074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10-MAVZU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189661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Protsessor, ram va ona plata ma’lumotlarini windows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vositalari orqali aniqlash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35965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Komponentlarni tashqi ko‘rinishi va markirovkasi bo‘yicha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tanib olish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482269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mashq: ish o‘rnidagi kompyuterning «asosiy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uchlik» kartasini to‘ldirish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10-MAVZU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0E7C7B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O‘quvchilarga protsessor,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tezkor xotira va ona plataning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modeli, asosiy ko‘rsatkichlari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va o‘zaro mosligini dasturiy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vositalar hamda vizual ko‘rik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orqali aniqlash ko‘nikmasini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3046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sz="2500" b="0">
                <a:solidFill>
                  <a:srgbClr val="3A4560"/>
                </a:solidFill>
                <a:latin typeface="Segoe UI"/>
              </a:rPr>
              <a:t>Task Manager, msinfo32 va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PowerShell buyruqlari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yordamida protsessor, RAM va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ona plata ko‘rsatkichlarini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aniqlaydilar, ularni markirovka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bo‘yicha tanib oladilar va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natijani kartaga to‘g‘ri yozadilar.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1-REJA · PROTSESSOR, RAM VA ONA PLATA MA’LUMOTLARINI WINDOWS VOSITALARI ORQALI ANIQLASH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Kerakli jihozlar va xavfsizlik eslatmasi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Mashg‘ulot asosan dasturiy vositalar orqali bajariladi: ishchi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kompyuterlarning korpusi ochilmaydi. Vizual ko‘rik uchun o‘qituvchi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stolidagi namunaviy qismlardan foydalaniladi.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1-REJA · PROTSESSOR, RAM VA ONA PLATA MA’LUMOTLARINI WINDOWS VOSITALARI ORQALI ANIQLASH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Task Manager orqali aniqlash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«Ctrl + Shift + Esc» tugmalari bilan Task Manager ni ochish.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363891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214118"/>
            <a:ext cx="10729862" cy="1313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«Unumdorlik» (Performance) bo‘limida «Protsessor» bandini tanlash: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yuqori o‘ng burchakda model nomi, pastda «Yadrolar», «Mantiqiy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protsessorlar»…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778163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628390"/>
            <a:ext cx="10729862" cy="1313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«Xotira» bandini tanlash: </a:t>
            </a:r>
            <a:r>
              <a:rPr sz="2600" b="0">
                <a:solidFill>
                  <a:srgbClr val="1B2A4A"/>
                </a:solidFill>
                <a:latin typeface="Segoe UI"/>
              </a:rPr>
              <a:t>umumiy hajm, «Tezlik» (MT/s), «Ishlatilgan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slotlar» (masalan, 2 / 4) va «Shakl omili» (DIMM yoki SODIMM) yozib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olinadi.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5192435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5042662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Grafikdagi protsessor va xotira yuklamasiga e’tibor berish: bo‘sh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holatda yuklama past bo‘lishi kerak.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1-REJA · PROTSESSOR, RAM VA ONA PLATA MA’LUMOTLARINI WINDOWS VOSITALARI ORQALI ANIQLASH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msinfo32 va PowerShell orqali aniqlash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11328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085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30"/>
              </a:lnSpc>
            </a:pPr>
            <a:r>
              <a:rPr sz="2100" b="0">
                <a:solidFill>
                  <a:srgbClr val="3A4560"/>
                </a:solidFill>
                <a:latin typeface="Segoe UI"/>
              </a:rPr>
              <a:t>«Win + R» → «msinfo32» oynasining «Tizim xulosasi» bo‘limida protsessor, «Asosiy plata</a:t>
            </a:r>
            <a:br/>
            <a:r>
              <a:rPr sz="2100" b="0">
                <a:solidFill>
                  <a:srgbClr val="3A4560"/>
                </a:solidFill>
                <a:latin typeface="Segoe UI"/>
              </a:rPr>
              <a:t>ishlab chiqaruvchisi», «Asosiy plata mahsuloti» (model) va o‘rnatilgan RAM hajmi</a:t>
            </a:r>
            <a:br/>
            <a:r>
              <a:rPr sz="2100" b="0">
                <a:solidFill>
                  <a:srgbClr val="3A4560"/>
                </a:solidFill>
                <a:latin typeface="Segoe UI"/>
              </a:rPr>
              <a:t>ko‘rsatiladi.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988985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886456"/>
            <a:ext cx="10729862" cy="1021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Get-CimInstance Win32_Processor | Select Name, NumberOfCores,</a:t>
            </a:r>
            <a:br/>
            <a:r>
              <a:rPr sz="2000" b="1">
                <a:solidFill>
                  <a:srgbClr val="1B2A4A"/>
                </a:solidFill>
                <a:latin typeface="Segoe UI"/>
              </a:rPr>
              <a:t>NumberOfLogicalProcessors, MaxClockSpeed: </a:t>
            </a:r>
            <a:r>
              <a:rPr sz="2000" b="0">
                <a:solidFill>
                  <a:srgbClr val="1B2A4A"/>
                </a:solidFill>
                <a:latin typeface="Segoe UI"/>
              </a:rPr>
              <a:t>protsessor modeli, yadrolar soni va</a:t>
            </a:r>
            <a:br/>
            <a:r>
              <a:rPr sz="2000" b="0">
                <a:solidFill>
                  <a:srgbClr val="1B2A4A"/>
                </a:solidFill>
                <a:latin typeface="Segoe UI"/>
              </a:rPr>
              <a:t>chastotasi.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4110649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4008120"/>
            <a:ext cx="10729862" cy="1021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Get-CimInstance Win32_PhysicalMemory | Select Manufacturer, Capacity, Speed,</a:t>
            </a:r>
            <a:br/>
            <a:r>
              <a:rPr sz="2000" b="1">
                <a:solidFill>
                  <a:srgbClr val="1B2A4A"/>
                </a:solidFill>
                <a:latin typeface="Segoe UI"/>
              </a:rPr>
              <a:t>PartNumber: </a:t>
            </a:r>
            <a:r>
              <a:rPr sz="2000" b="0">
                <a:solidFill>
                  <a:srgbClr val="1B2A4A"/>
                </a:solidFill>
                <a:latin typeface="Segoe UI"/>
              </a:rPr>
              <a:t>har bir RAM modulining ishlab chiqaruvchisi, hajmi (baytda), chastotasi va</a:t>
            </a:r>
            <a:br/>
            <a:r>
              <a:rPr sz="2000" b="0">
                <a:solidFill>
                  <a:srgbClr val="1B2A4A"/>
                </a:solidFill>
                <a:latin typeface="Segoe UI"/>
              </a:rPr>
              <a:t>qism raqami.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5232313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5129784"/>
            <a:ext cx="10729862" cy="69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Get-CimInstance Win32_BaseBoard | Select Manufacturer, Product: </a:t>
            </a:r>
            <a:r>
              <a:rPr sz="2000" b="0">
                <a:solidFill>
                  <a:srgbClr val="1B2A4A"/>
                </a:solidFill>
                <a:latin typeface="Segoe UI"/>
              </a:rPr>
              <a:t>ona plata ishlab</a:t>
            </a:r>
            <a:br/>
            <a:r>
              <a:rPr sz="2000" b="0">
                <a:solidFill>
                  <a:srgbClr val="1B2A4A"/>
                </a:solidFill>
                <a:latin typeface="Segoe UI"/>
              </a:rPr>
              <a:t>chiqaruvchisi va modeli.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2-REJA · KOMPONENTLARNI TASHQI KO‘RINISHI VA MARKIROVKASI BO‘YICHA TANIB OLISH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Protsessorni tashqi ko‘rinishi bo‘yicha tanib olish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Protsessorning yuqori qopqog‘ida ishlab chiqaruvchi (Intel yoki AMD),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model nomi (masalan, Core i5-12400 yoki Ryzen 5 5600) va seriya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raqami yoziladi.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2-REJA · KOMPONENTLARNI TASHQI KO‘RINISHI VA MARKIROVKASI BO‘YICHA TANIB OLISH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RAM moduli markirovkasi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RAM modulining yorlig‘ida hajm, turi va chastotasi yoziladi. Masalan, «8GB DDR4-3200» — 8 GB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hajmli, DDR4 turidagi, 3200 MT/s tezlikdagi modul.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2422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6886"/>
                <a:gridCol w="4517328"/>
                <a:gridCol w="3764440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Belgi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Nimani bildiradi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Misol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Hajm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Modul sig‘imi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8GB, 16GB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Turi (avlodi)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Xotira standarti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DDR4, DDR5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Chastota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Ma’lumot uzatish tezligi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3200 MT/s, 4800 MT/s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Shakl omili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Modul o‘lchami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DIMM, SODIMM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2-REJA · KOMPONENTLARNI TASHQI KO‘RINISHI VA MARKIROVKASI BO‘YICHA TANIB OLISH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Ona platani tanib olish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Ona plataning ishlab chiqaruvchisi va modeli odatda plataning o‘zida,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ko‘pincha RAM slotlari yoki kengaytirish slotlari yonida katta harflar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bilan yoziladi. Plata ustida soket turi (masalan, LGA1700 yoki AM4)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ham ko‘rsatiladi.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3-REJA · AMALIY MASHQ: ISH O‘RNIDAGI KOMPYUTERNING «ASOSIY UCHLIK» KARTASINI TO‘LDIRISH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Amaliy mashq bosqichlari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Task Manager orqali protsessor va xotira ko‘rsatkichlarini yozib olish.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363891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21411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msinfo32 orqali ona plata ishlab chiqaruvchisi va modelini aniqlash.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2932851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278307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PowerShell buyruqlari bilan ma’lumotlarni tekshirish va RAM modullari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sonini aniqlash.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924467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774694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Namunaviy RAM modulining yorlig‘idan turi va chastotasini o‘qish.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493427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343654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Ona plata maketidan soket turi va RAM slotlari sonini aniqlash.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5062387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4912614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Barcha natijalarni «Asosiy uchlik» kartasiga yozish va qo‘shni juftlik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bilan almashib tekshirish.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3-REJA · AMALIY MASHQ: ISH O‘RNIDAGI KOMPYUTERNING «ASOSIY UCHLIK» KARTASINI TO‘LDIRISH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Natijani tekshirish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Har bir ko‘rsatkich kamida ikki manbada bir xil bo‘lishi kerak. Masalan,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RAM hajmi Task Manager va msinfo32 da mos kelishi, ammo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PowerShell hajmni baytda ko‘rsatishi (8589934592 bayt = 8 GB)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hisobga olinadi.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3-REJA · AMALIY MASHQ: ISH O‘RNIDAGI KOMPYUTERNING «ASOSIY UCHLIK» KARTASINI TO‘LDIRISH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Tipik xatolar va ularni tuzatish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38684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AMALIY TOPSHIRIQ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187448"/>
          <a:ext cx="10728654" cy="36290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8237"/>
                <a:gridCol w="3888237"/>
                <a:gridCol w="2952180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Xato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Sabab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Tuzatish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Yadrolar va mantiqiy protsessorlar soni aralashtirildi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Ko‘p oqimlilik (Hyper-Threading, SMT) hisobga olinmadi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«Yadrolar» qatorini alohida yozish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RAM hajmi 7,8 GB deb yozildi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«Foydalanish mumkin» qiymati olindi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«O‘rnatilgan» (jami) hajmni yozish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Chastota noto‘g‘ri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Modul yorlig‘idagi emas, joriy tezlik o‘qildi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Ikkalasini ham yozib, farqini izohlash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PowerShell buyrug‘i xato beradi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Buyruq noto‘g‘ri terilgan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Bo‘shliq va tinish belgilarini tekshirish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13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10-MAVZU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Task Manager ning qaysi bo‘limida protsessor va RAM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ko‘rsatkichlari ko‘rinadi?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76222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76222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7947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68655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Ona plata ishlab chiqaruvchisi va modelini qaysi vositalar orqali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aniqlash mumkin?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380362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380362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38361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37279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«8GB DDR4-3200» yozuvi nimani bildiradi?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441576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441576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44483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43400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Nima uchun DDR4 modulini DDR5 slotiga o‘rnatib bo‘lmaydi?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502790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502790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50604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9522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Yadrolar va mantiqiy protsessorlar soni nega farq qilishi mumkin?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10-mavzu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14 / 14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0E7C7B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10-mavzu. Protsessor, tezkor xotira va ona platani aniqlash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