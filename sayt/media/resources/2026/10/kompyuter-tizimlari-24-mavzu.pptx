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13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Foydalanuvchi, til, vaqt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ekran parametrlarini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sozlash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Lokal foydalanuvchi hisobini yaratish va hisob turini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boshqarish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Til, klaviatura tartibi, hudud formati, sana, vaqt va vaqt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mintaqasini sozlash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ekran parametrlarini sozlash va barcha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sozlamalarni foydalanuvchi talabiga ko‘ra tekshirish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046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O‘quvchilarga Windows da lokal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foydalanuvchi hisobini yaratish,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til va hudud, sana va vaqt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hamda ekran parametrlarini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aniq foydalanuvchi ehtiyojiga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mos ravishda sozlash va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tekshirish ko‘nikmasini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046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Standart va administrator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hisoblarini yaratadilar, klaviatura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tartiblari, hudud formati, vaqt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mintaqasi va ekran ruxsati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hamda masshtabini sozlaydilar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va natijani buyruqlar orqali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tekshira oladilar.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LOKAL FOYDALANUVCHI HISOBINI YARATISH VA HISOB TURINI BOSHQARISH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Kerakli jihozlar va xavfsizlik eslatmasi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Hisob yaratish va vaqt mintaqasini o‘zgartirish administrator huquqini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talab qiladi, shuning uchun mashg‘ulot o‘qituvchi bergan o‘quv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administrator hisobida bajariladi. Mavjud hisoblarni o‘chirish, ularning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parolini o‘zgartirish man etiladi.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LOKAL FOYDALANUVCHI HISOBINI YARATISH VA HISOB TURINI BOSHQARISH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1-stansiya: lokal hisob yaratish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11328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085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30"/>
              </a:lnSpc>
            </a:pPr>
            <a:r>
              <a:rPr sz="2100" b="0">
                <a:solidFill>
                  <a:srgbClr val="3A4560"/>
                </a:solidFill>
                <a:latin typeface="Segoe UI"/>
              </a:rPr>
              <a:t>Hisoblar ro‘yxatini tezkor ko‘rish uchun buyruq qatorida net user buyrug‘i, joriy</a:t>
            </a:r>
            <a:br/>
            <a:r>
              <a:rPr sz="2100" b="0">
                <a:solidFill>
                  <a:srgbClr val="3A4560"/>
                </a:solidFill>
                <a:latin typeface="Segoe UI"/>
              </a:rPr>
              <a:t>foydalanuvchini aniqlash uchun whoami buyrug‘i ishlatiladi. Yana bir qulay vosita — «Win</a:t>
            </a:r>
            <a:br/>
            <a:r>
              <a:rPr sz="2100" b="0">
                <a:solidFill>
                  <a:srgbClr val="3A4560"/>
                </a:solidFill>
                <a:latin typeface="Segoe UI"/>
              </a:rPr>
              <a:t>+ R» → netplwiz: unda barcha foydalanuvchilar va ularning guruhi bitta oynada ko‘rinadi.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98898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886456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B2A4A"/>
                </a:solidFill>
                <a:latin typeface="Segoe UI"/>
              </a:rPr>
              <a:t>Windows 11 da Sozlamalar → Hisoblar → Boshqa foydalanuvchilar, Windows 10 da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Sozlamalar → Hisoblar → Oila va boshqa foydalanuvchilar bo‘limini ochish.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8552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83000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B2A4A"/>
                </a:solidFill>
                <a:latin typeface="Segoe UI"/>
              </a:rPr>
              <a:t>«Hisob qo‘shish» → «Bu odamning kirish ma’lumotlari menda yo‘q» → «Microsoft hisobisiz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foydalanuvchi qo‘shish» bandlarini tanlash.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58207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479544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B2A4A"/>
                </a:solidFill>
                <a:latin typeface="Segoe UI"/>
              </a:rPr>
              <a:t>Foydalanuvchi nomi (Talaba01), parol va uchta xavfsizlik savoliga javobni kiritish.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05349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950968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B2A4A"/>
                </a:solidFill>
                <a:latin typeface="Segoe UI"/>
              </a:rPr>
              <a:t>Yaratilgan hisob ustida «Hisob turini o‘zgartirish» tugmasi orqali «Standart foydalanuvchi»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yoki «Administrator» turini belgilash.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LOKAL FOYDALANUVCHI HISOBINI YARATISH VA HISOB TURINI BOSHQARISH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Parolga qo‘yiladigan talablar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Parol kamida 8 belgidan iborat bo‘lib, katta va kichik harf, raqam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belgilarni o‘z ichiga olishi tavsiya etiladi. Parolni monitorga yopishtirib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qo‘yish, barcha kompyuterlarda bir xil parol ishlatish — eng ko‘p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uchraydigan xavfsizlik xatolaridir.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TIL, KLAVIATURA TARTIBI, HUDUD FORMATI, SANA, VAQT VA VAQT MINTAQASINI SOZLASH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2-stansiya: til, klaviatura va hudud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Sozlamalar → Vaqt va til → Til va mintaqa bo‘limini ochish.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Kerakli til yonidagi «…» → «Til parametrlari» → «Klaviatura qo‘shish»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orqali kerakli tartibni qo‘shish;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«Mamlakat yoki mintaqa» bandida O‘zbekistonni tanlash.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2446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7469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«Mintaqaviy format» bandida sana va son formatini tekshirish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(masalan, kun.oy.yil).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91608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76631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«Win + Space» bilan tartiblar o‘rtasida almashib, Bloknotda sinab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ko‘rish.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TIL, KLAVIATURA TARTIBI, HUDUD FORMATI, SANA, VAQT VA VAQT MINTAQASINI SOZLASH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3-stansiya: sana, vaqt va vaqt mintaqasi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2123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184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Xuddi shu sozlamalarni klassik oynada «Win + R» → timedate.cpl orqali ham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bajarish mumkin. PowerShell dagi Get-TimeZone buyrug‘i joriy vaqt mintaqasini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ko‘rsatadi: Toshkent uchun u «West Asia Standard Time» identifikatorini qaytaradi.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10379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98551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Sozlamalar → Vaqt va til → Sana va vaqt bo‘limini ochish.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60772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8945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«Vaqtni avtomatik o‘rnatish» ni yoqish.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11166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993388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«Vaqt mintaqasi» ro‘yxatidan (UTC+05: </a:t>
            </a:r>
            <a:r>
              <a:rPr sz="2200" b="0">
                <a:solidFill>
                  <a:srgbClr val="1B2A4A"/>
                </a:solidFill>
                <a:latin typeface="Segoe UI"/>
              </a:rPr>
              <a:t>00) Toshkent ni tanlash.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61560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497324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«Hozir sinxronlash» tugmasini bosib, so‘nggi sinxronlash vaqtini tekshirish.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11953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001260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Internet bo‘lmasa, «Vaqtni avtomatik o‘rnatish» ni o‘chirib, «O‘zgartirish» tugmasi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orqali sana va vaqtni qo‘lda kiritish.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EKRAN PARAMETRLARINI SOZLASH VA BARCHA SOZLAMALARNI FOYDALANUVCHI…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4-stansiya: ekran parametrlari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6375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Ruxsat o‘zgartirilganda Windows 15 soniya ichida «O‘zgarishlarni saqlash» yoki «Qaytarish» ni</a:t>
            </a:r>
            <a:br/>
            <a:r>
              <a:rPr sz="2000" b="0">
                <a:solidFill>
                  <a:srgbClr val="3A4560"/>
                </a:solidFill>
                <a:latin typeface="Segoe UI"/>
              </a:rPr>
              <a:t>so‘raydi. Agar tasvir yo‘qolsa, hech narsa bosmasdan kutish kifoya — tizim avvalgi ruxsatga o‘zi</a:t>
            </a:r>
            <a:br/>
            <a:r>
              <a:rPr sz="2000" b="0">
                <a:solidFill>
                  <a:srgbClr val="3A4560"/>
                </a:solidFill>
                <a:latin typeface="Segoe UI"/>
              </a:rPr>
              <a:t>qaytadi.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93158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836926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0">
                <a:solidFill>
                  <a:srgbClr val="1B2A4A"/>
                </a:solidFill>
                <a:latin typeface="Segoe UI"/>
              </a:rPr>
              <a:t>Ish stolida bo‘sh joyda o‘ng tugma → «Displey sozlamalari» (yoki Sozlamalar → Tizim → Displey).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8674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92094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0">
                <a:solidFill>
                  <a:srgbClr val="1B2A4A"/>
                </a:solidFill>
                <a:latin typeface="Segoe UI"/>
              </a:rPr>
              <a:t>«Displey ruxsati» ro‘yxatidan «(tavsiya etiladi)» deb belgilangan qiymatni tanlash.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84191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47262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0">
                <a:solidFill>
                  <a:srgbClr val="1B2A4A"/>
                </a:solidFill>
                <a:latin typeface="Segoe UI"/>
              </a:rPr>
              <a:t>«Masshtab» bandida foydalanuvchi talabiga mos qiymatni (100 %, 125 % yoki 150 %) tanlash.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29708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202430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0">
                <a:solidFill>
                  <a:srgbClr val="1B2A4A"/>
                </a:solidFill>
                <a:latin typeface="Segoe UI"/>
              </a:rPr>
              <a:t>«Displey yo‘nalishi» — «Albom» ekanini tekshirish.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75225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657598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0">
                <a:solidFill>
                  <a:srgbClr val="1B2A4A"/>
                </a:solidFill>
                <a:latin typeface="Segoe UI"/>
              </a:rPr>
              <a:t>«Tungi yorug‘lik» ni yoqib, jadval bo‘yicha avtomatik yoqilishini sozlash.</a:t>
            </a:r>
          </a:p>
        </p:txBody>
      </p:sp>
      <p:sp>
        <p:nvSpPr>
          <p:cNvPr id="49" name="Rectangle 48"/>
          <p:cNvSpPr/>
          <p:nvPr/>
        </p:nvSpPr>
        <p:spPr>
          <a:xfrm rot="2700000">
            <a:off x="841161" y="520742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112766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0">
                <a:solidFill>
                  <a:srgbClr val="1B2A4A"/>
                </a:solidFill>
                <a:latin typeface="Segoe UI"/>
              </a:rPr>
              <a:t>«Kengaytirilgan displey» bandida yangilanish chastotasini monitor qo‘llab-quvvatlaydigan eng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yuqori qiymatga o‘rnatish.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EKRAN PARAMETRLARINI SOZLASH VA BARCHA SOZLAMALARNI FOYDALANUVCHI…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Natijani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332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560"/>
                <a:gridCol w="4417681"/>
                <a:gridCol w="483841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Parametr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Tekshirish usuli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Kutilgan natija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Foydalanuvchi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net user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Ro‘yxatda Talaba01 bor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Klaviatura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Get-WinUserLanguageList yoki «Win + Space»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Kerakli tartiblar mavjud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Vaqt mintaqasi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Get-TimeZone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West Asia Standard Time (UTC+05:00)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Ekran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Sozlamalar → Tizim → Displey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Tavsiya etilgan ruxsat va belgilangan masshtab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EKRAN PARAMETRLARINI SOZLASH VA BARCHA SOZLAMALARNI FOYDALANUVCHI…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 va ularni tuzatish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3629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4536"/>
                <a:gridCol w="3194027"/>
                <a:gridCol w="475009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Sabab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Yangi hisob dastur o‘rnata olmaydi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Hisob «Standart» turida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Agar talab qilinsa, turini «Administrator» ga o‘zgartirish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Soat 1–2 soatga farq qiladi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Vaqt mintaqasi noto‘g‘ri tanlangan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(UTC+05:00) Toshkent ni tanlab, sinxronlash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Tasvir xira, yozuvlar cho‘zilgan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Ruxsat tavsiya etilgan qiymatdan farqli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Tavsiya etilgan ruxsatni tanlash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Klaviatura tartibi almashmaydi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Ikkinchi tartib qo‘shilmagan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Til parametrlarida klaviatura qo‘shish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Windows 11 da Microsoft hisobisiz lokal foydalanuvchi qanday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yaratiladi?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7622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7622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7947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6865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net user va whoami buyruqlari qanday ma’lumot beradi?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Yangi klaviatura tartibi qayerda qo‘shiladi va tartiblar qanday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almashtiriladi?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44157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44157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4483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434009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Vaqt mintaqasi noto‘g‘ri tanlansa qanday muammolar yuzaga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keladi?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54571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54571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54897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53814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Ekran ruxsati va masshtab o‘rtasidagi farq nimada?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24-mavzu. Foydalanuvchi, til, vaqt va ekran parametrlarini sozlash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