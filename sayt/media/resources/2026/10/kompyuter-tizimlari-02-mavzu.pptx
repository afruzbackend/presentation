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nosozliklarini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 va bartaraf etish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Nosozlikni xavfsiz aniqlashning asosiy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Oddiy tashqi nosozliklar va ularni bartaraf etish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o‘qituvchi tayyorlagan nosozliklarni topish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qayd etish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kompyuterdagi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oddiy tashqi nosozliklarni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xavfsizlik qoidalariga rioya qilgan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holda tashqi ko‘rik, ulanishlarni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va almashtirish usullari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bilan aniqlash hamda bartaraf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etish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 yonmasligi,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monitorda tasvir yo‘qligi,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klaviatura, sichqoncha va ovoz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ishlamasligi kabi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nosozliklarni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aniqlaydilar va bartaraf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NOSOZLIKNI XAVFSIZ ANIQLASHNING ASOSIY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Nosozlikni aniqlash tamoyillari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ishlamay qolganda ko‘pchilik darhol «buzildi» deb o‘ylaydi.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Amalda esa IT-servis markaziga kelgan murojaatlarning sezilarli qismi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ajralib qolgan kabel, o‘chirilgan uzatgich yoki noto‘g‘ri tanlangan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sozlama bilan bog‘liq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NOSOZLIKNI XAVFSIZ ANIQLASHNING ASOSIY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usullar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Ushbu darsda faqat korpusni ochmasdan bajariladigan usullar qo‘llaniladi. Tizim blokini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ochish, ichki qismlarni almashtirish keyingi mavzularda, o‘qituvchi nazoratida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o‘rganiladi.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Tashqi ko‘rik usuli: </a:t>
            </a:r>
            <a:r>
              <a:rPr sz="2100" b="0">
                <a:solidFill>
                  <a:srgbClr val="1B2A4A"/>
                </a:solidFill>
                <a:latin typeface="Segoe UI"/>
              </a:rPr>
              <a:t>indikator chiroqlar, kabellar, ulagichlar, korpusdagi shikastlar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ko‘zdan kechiriladi.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544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6504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Ulanishlarni tekshirish usuli: </a:t>
            </a:r>
            <a:r>
              <a:rPr sz="2100" b="0">
                <a:solidFill>
                  <a:srgbClr val="1B2A4A"/>
                </a:solidFill>
                <a:latin typeface="Segoe UI"/>
              </a:rPr>
              <a:t>kabel ikkala uchidan ajratilib, qayta mahkam ulanadi.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6312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5272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Almashtirish usuli: </a:t>
            </a:r>
            <a:r>
              <a:rPr sz="2100" b="0">
                <a:solidFill>
                  <a:srgbClr val="1B2A4A"/>
                </a:solidFill>
                <a:latin typeface="Segoe UI"/>
              </a:rPr>
              <a:t>shubhali qurilma yoki kabel aniq ishlaydigani bilan almashtiriladi.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080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4040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Taqqoslash usuli: </a:t>
            </a:r>
            <a:r>
              <a:rPr sz="2100" b="0">
                <a:solidFill>
                  <a:srgbClr val="1B2A4A"/>
                </a:solidFill>
                <a:latin typeface="Segoe UI"/>
              </a:rPr>
              <a:t>qurilma boshqa, ishlaydigan kompyuterga ulab ko‘riladi.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3848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2808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Dasturiy tekshiruv usuli: </a:t>
            </a:r>
            <a:r>
              <a:rPr sz="2100" b="0">
                <a:solidFill>
                  <a:srgbClr val="1B2A4A"/>
                </a:solidFill>
                <a:latin typeface="Segoe UI"/>
              </a:rPr>
              <a:t>tizim sozlamalari (ovoz balandligi, ekran manbasi, drayver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holati) tekshiriladi.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ODDIY TASHQI NOSOZLIKLAR VA ULARNI BARTARAF ETISH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Kabellarni ulash va ajratishdan oldin kompyuter o‘chiriladi (USB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qurilmalaridan tashqari). Quvvat kabeli faqat vilkasidan ushlab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chiqariladi. Kuygan hid, uchqun yoki tutun sezilsa, tekshiruv to‘xtatiladi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o‘qituvchiga xabar beriladi.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ODDIY TASHQI NOSOZLIKLAR VA ULARNI BARTARAF ETISH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tashqi nosozliklar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240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05"/>
                <a:gridCol w="3795170"/>
                <a:gridCol w="4670979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Bartaraf etish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Kompyuter umuman yonmaydi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Uzatgich o‘chiq, quvvat kabeli bo‘sh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Uzatgich tugmasi va kabelni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Monitorda «No signal» yozuvi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Video kabel ajralgan yoki noto‘g‘ri kirish tanlangan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Kabelni ulash, monitor menyusida kirishni (HDMI, DP) tanlash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Sichqoncha kursori qimirlamaydi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USB ulagich bo‘sh yoki qurilma nosoz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Boshqa USB portga ulash, zaxira sichqoncha bilan almashtirish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Ovoz chiqmaydi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Ovoz o‘chirilgan yoki kolonka ulanmagan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Ovoz belgisini tekshirish, kolonka quvvati va ulanishini ko‘rish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Internet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Tarmoq kabeli ajralgan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Kabel indikatori yonishini va ulanishni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ODDIY TASHQI NOSOZLIKLAR VA ULARNI BARTARAF ETISH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Foydalanuvchidan muammo qachon va qanday holatda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bo‘lganini so‘rash.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Indikatorlarni ko‘rish: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 bloki, monitor va klaviaturadagi chiroqlar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yonyaptimi.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Barcha tashqi kabellarni ikkala uchidan tekshirib, qayta ulash.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Shubhali qurilmani ishlaydigani bilan almashtirib ko‘rish.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Natijani tekshirish va ishni jurnalga yozish.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O‘QITUVCHI TAYYORLAGAN NOSOZLIKLARNI TOPISH VA QAYD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Nosozlik bartaraf etilgandan keyin kompyuter to‘liq yoqilib, muammo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kuzatilgan amal qaytadan bajariladi: masalan, ovoz uchun video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audiofayl ijro etiladi, sichqoncha uchun oyna sudrab ko‘riladi. Faqat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shundan keyin ish yakunlangan hisoblanadi.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O‘QITUVCHI TAYYORLAGAN NOSOZLIKLARNI TOPISH VA QAYD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996"/>
                <a:gridCol w="3103330"/>
                <a:gridCol w="390132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vaqtda bir nechta narsani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Haqiqiy sabab noma’lum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safar bitta o‘zgarish kiritib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Darhol korpusni ochish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 yo‘qotiladi, xavf ortadi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tashqi sabablarni istisno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tekshirmaslik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Muammo qaytadan paydo bo‘ladi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Muammoli amalni qayta bajarib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Jurnalga yozmaslik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Takroriy nosozlik tahlil qilinmaydi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holatni sana bilan qayd etish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O‘QITUVCHI TAYYORLAGAN NOSOZLIKLARNI TOPISH VA QAYD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Nosozliklar jurnali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Jurnalda sana, kompyuter raqami, belgi, aniqlangan sabab, bajarilgan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 va bajaruvchining ismi yoziladi. Bu IT-servis xodimining asosiy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hujjati bo‘lib, bir xil nosozlik qayta-qayta takrorlansa, uning chuqurroq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sababini topishga yordam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Sana va joy: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«12.09, 3-xona, 7-kompyuter».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Belgi: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«monitorda tasvir yo‘q».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9170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673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Sabab va yechim: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«HDMI kabel bo‘sh — qayta ulandi, tekshirildi».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Almashtirish usuli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Shubhali qurilma yoki kabel aniq ishlaydigani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bilan almashtiriladi.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Belgi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«monitorda tasvir yo‘q».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Dasturiy tekshiruv usuli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Tizim sozlamalari (ovoz balandligi, ekran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manbasi, drayver holati) tekshiriladi.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Sabab va yechim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«HDMI kabel bo‘sh — qayta ulandi,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tekshirildi».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Sana va joy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«12.09, 3-xona, 7-kompyuter».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Taqqoslash usuli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Qurilma boshqa, ishlaydigan kompyuterga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ulab ko‘riladi.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«Oddiydan murakkabga» tamoyilining mohiyati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Almashtirish usuli qanday bajariladi va qachon qo‘llaniladi?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Monitorda «No signal» yozuvi chiqsa, nimalarni tekshirasiz?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bir vaqtda bir nechta narsani o‘zgartirish noto‘g‘ri?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Nosozliklar jurnaliga qanday ma’lumotlar yoziladi?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Kompyuter nosozliklarini aniqlash va bartaraf etish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