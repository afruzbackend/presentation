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Nazariy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Operatsion tizimning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asosiy xizmatlari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boshqaruv vositalari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189661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Operatsion tizimning asosiy funksiyalari va xizmatlari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tushunchasi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35965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 xizmatlari (services), jarayonlar va ularning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ishga tushish turlari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Windows tizimini boshqarish vositalari: sozlamalar,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boshqaruv paneli, mmc konsollari va buyruq qatori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operatsion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tizimning asosiy funksiyalari,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Windows xizmatlari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jarayonlari hamda tizimni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boshqarish vositalarining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vazifalari haqida nazariy bilim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operatsion tizim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xizmatlari va jarayonlarini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farqlaydilar, asosiy boshqaruv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vositalarini nomlaydilar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ularni qanday ochishni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biladilar.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OPERATSION TIZIMNING ASOSIY FUNKSIYALARI VA XIZMATLARI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Operatsion tizim — kompyuterning «boshqaruvchisi»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Operatsion tizim (OT) — kompyuterning apparat qismi bilan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foydalanuvchi va amaliy dasturlar o‘rtasida vositachilik qiluvchi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dasturlar majmuasi. Kompyuter yoqilgandan so‘ng OT xotiraga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yuklanadi va o‘chirilgunga qadar barcha resurslarni taqsimlab turadi.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OPERATSION TIZIMNING ASOSIY FUNKSIYALARI VA XIZMATLARI TUSHUNCHASI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OTning asosiy funksiyalari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Bu funksiyalarning ko‘pi foydalanuvchiga ko‘rinmaydi: ular fon rejimida ishlaydigan maxsus dasturlar —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xizmatlar orqali bajariladi. Shu sababli IT-servis mutaxassisi OTni faqat tashqi ko‘rinishidan emas, ichki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xizmatlari orqali ham tushunishi kerak.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1677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Jarayonlarni boshqarish: </a:t>
            </a:r>
            <a:r>
              <a:rPr sz="1700" b="0">
                <a:solidFill>
                  <a:srgbClr val="1B2A4A"/>
                </a:solidFill>
                <a:latin typeface="Segoe UI"/>
              </a:rPr>
              <a:t>dasturlarni ishga tushirish, to‘xtatish, ular o‘rtasida protsessor vaqtini taqsimlash.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2394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160522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Xotirani boshqarish: </a:t>
            </a:r>
            <a:r>
              <a:rPr sz="1700" b="0">
                <a:solidFill>
                  <a:srgbClr val="1B2A4A"/>
                </a:solidFill>
                <a:latin typeface="Segoe UI"/>
              </a:rPr>
              <a:t>tezkor xotirani (RAM) dasturlarga ajratish, yetmay qolganda sahifalash faylidan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(pagefile) foydalanish.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3843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59530"/>
            <a:ext cx="10729862" cy="598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Fayl tizimini boshqarish: </a:t>
            </a:r>
            <a:r>
              <a:rPr sz="1700" b="0">
                <a:solidFill>
                  <a:srgbClr val="1B2A4A"/>
                </a:solidFill>
                <a:latin typeface="Segoe UI"/>
              </a:rPr>
              <a:t>fayl va papkalarni yaratish, saqlash, nomlash, ruxsatlarni nazorat qilish (NTFS,</a:t>
            </a:r>
            <a:br/>
            <a:r>
              <a:rPr sz="1700" b="0">
                <a:solidFill>
                  <a:srgbClr val="1B2A4A"/>
                </a:solidFill>
                <a:latin typeface="Segoe UI"/>
              </a:rPr>
              <a:t>FAT32, exFAT).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63744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558538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Qurilmalarni boshqarish: </a:t>
            </a:r>
            <a:r>
              <a:rPr sz="1700" b="0">
                <a:solidFill>
                  <a:srgbClr val="1B2A4A"/>
                </a:solidFill>
                <a:latin typeface="Segoe UI"/>
              </a:rPr>
              <a:t>drayverlar orqali printer, monitor, tarmoq adapteri kabi qurilmalar bilan ishlash.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06010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981194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Xavfsizlik va foydalanuvchilarni boshqarish: </a:t>
            </a:r>
            <a:r>
              <a:rPr sz="1700" b="0">
                <a:solidFill>
                  <a:srgbClr val="1B2A4A"/>
                </a:solidFill>
                <a:latin typeface="Segoe UI"/>
              </a:rPr>
              <a:t>hisob qaydnomalari, parollar, huquqlar, xavfsizlik devori.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482757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403850"/>
            <a:ext cx="10729862" cy="322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6"/>
              </a:lnSpc>
            </a:pPr>
            <a:r>
              <a:rPr sz="1700" b="1">
                <a:solidFill>
                  <a:srgbClr val="1B2A4A"/>
                </a:solidFill>
                <a:latin typeface="Segoe UI"/>
              </a:rPr>
              <a:t>Tarmoq xizmatlari: </a:t>
            </a:r>
            <a:r>
              <a:rPr sz="1700" b="0">
                <a:solidFill>
                  <a:srgbClr val="1B2A4A"/>
                </a:solidFill>
                <a:latin typeface="Segoe UI"/>
              </a:rPr>
              <a:t>IP-manzil olish, fayl va printerlarni almashish, internetga ulanish.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WINDOWS XIZMATLARI (SERVICES), JARAYONLAR VA ULARNING ISHGA TUSHISH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Dastur, jarayon va xizmat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Dastur — diskda saqlanadigan bajariluvchi fayl (masalan, notepad.exe).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Dastur ishga tushirilganda xotirada jarayon (process) paydo bo‘ladi: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unga o‘z raqami (PID), xotira hajmi va protsessor vaqti ajratiladi.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WINDOWS XIZMATLARI (SERVICES), JARAYONLAR VA ULARNING ISHGA TUSHISH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Windowsning muhim xizmatlari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2946"/>
                <a:gridCol w="1233178"/>
                <a:gridCol w="6412529"/>
              </a:tblGrid>
              <a:tr h="786130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Xizmat nomi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Qisqa nomi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Vazifasi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Update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wuauserv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Yangilanishlarni qidirish, yuklab olish va o‘rnatish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 Spooler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Spooler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Chop etish navbatini boshqarish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Audio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Audiosrv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Ovoz qurilmalari ishini ta’minlash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DHCP Client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Dhcp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Tarmoqdan avtomatik IP-manzil olish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Windows Defender Firewall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mpssvc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Kiruvchi va chiquvchi tarmoq trafigini filtrlash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WINDOWS XIZMATLARI (SERVICES), JARAYONLAR VA ULARNING ISHGA TUSHISH TURLARI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Xizmatning ishga tushish turlari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89865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871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Xizmat holati odatda uch xil bo‘ladi: Running (ishlamoqda), Stopped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(to‘xtatilgan) va Paused (to‘xtatib turilgan).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0585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71826"/>
            <a:ext cx="10729862" cy="435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Automatic (Avtomatik): </a:t>
            </a:r>
            <a:r>
              <a:rPr sz="2400" b="0">
                <a:solidFill>
                  <a:srgbClr val="1B2A4A"/>
                </a:solidFill>
                <a:latin typeface="Segoe UI"/>
              </a:rPr>
              <a:t>Windows yuklanganda darhol ishga tushadi.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4229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8274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Automatic (Delayed Start) (Kechiktirilgan avtomatik): </a:t>
            </a:r>
            <a:r>
              <a:rPr sz="2400" b="0">
                <a:solidFill>
                  <a:srgbClr val="1B2A4A"/>
                </a:solidFill>
                <a:latin typeface="Segoe UI"/>
              </a:rPr>
              <a:t>tizim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yuklangandan biroz keyin ishga tushadi, yuklanish tezligini oshiradi.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6889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4866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Manual (Qo‘lda): </a:t>
            </a:r>
            <a:r>
              <a:rPr sz="2400" b="0">
                <a:solidFill>
                  <a:srgbClr val="1B2A4A"/>
                </a:solidFill>
                <a:latin typeface="Segoe UI"/>
              </a:rPr>
              <a:t>faqat biror dastur yoki foydalanuvchi so‘raganda ishga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tushadi.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19548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61458"/>
            <a:ext cx="10729862" cy="826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72"/>
              </a:lnSpc>
            </a:pPr>
            <a:r>
              <a:rPr sz="2400" b="1">
                <a:solidFill>
                  <a:srgbClr val="1B2A4A"/>
                </a:solidFill>
                <a:latin typeface="Segoe UI"/>
              </a:rPr>
              <a:t>Disabled (O‘chirilgan): </a:t>
            </a:r>
            <a:r>
              <a:rPr sz="2400" b="0">
                <a:solidFill>
                  <a:srgbClr val="1B2A4A"/>
                </a:solidFill>
                <a:latin typeface="Segoe UI"/>
              </a:rPr>
              <a:t>umuman ishga tushmaydi; tizim xizmatlarini</a:t>
            </a:r>
            <a:br/>
            <a:r>
              <a:rPr sz="2400" b="0">
                <a:solidFill>
                  <a:srgbClr val="1B2A4A"/>
                </a:solidFill>
                <a:latin typeface="Segoe UI"/>
              </a:rPr>
              <a:t>o‘ylamasdan o‘chirish nosozlikka olib keladi.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WINDOWS TIZIMINI BOSHQARISH VOSITALARI: SOZLAMALAR, BOSHQARUV PANELI, MMC KONSOLLARI…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Grafik boshqaruv vositalari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Windows’da bitta vazifani bir necha yo‘l bilan bajarish mumkin. Oddiy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foydalanuvchi uchun Sozlamalar (Win + I) ilovasi mo‘ljallangan: unda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tizim, Bluetooth va qurilmalar, tarmoq, shaxsiylashtirish, hisoblar, vaqt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til, Windows Update bo‘limlari bor.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WINDOWS TIZIMINI BOSHQARISH VOSITALARI: SOZLAMALAR, BOSHQARUV PANELI, MMC KONSOLLARI…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MMC konsollari va tezkor buyruqlar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MMC (Microsoft Management Console) — ma’murlash uchun maxsus «snap-in» konsollar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to‘plami.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3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998"/>
                <a:gridCol w="4754744"/>
                <a:gridCol w="451091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Buyruq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Vosita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 uchun kerak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taskmgr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Task Manager (Vazifalar dispetcheri)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Jarayonlar, unumdorlik, avtoyuklanish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services.msc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Services (Xizmatlar)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Xizmatlarni boshqarish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devmgmt.msc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Device Manager (Qurilmalar dispetcheri)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 va drayverlar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diskmgmt.msc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Disk Management (Disklarni boshqarish)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Bo‘limlar, harf berish, formatlash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eventvwr.msc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Event Viewer (Hodisalar jurnali)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Xato va ogohlantirishlarni ko‘rish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WINDOWS TIZIMINI BOSHQARISH VOSITALARI: SOZLAMALAR, BOSHQARUV PANELI, MMC KONSOLLARI…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Buyruq qatori va PowerShell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Grafik oynalardan tashqari, buyruq qatori (cmd) va PowerShell orqali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ham tizimni boshqarish mumkin. Masalan, «sc query spooler» buyrug‘i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chop etish xizmati holatini ko‘rsatadi.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1313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Muhim qoida: tizim xizmatlarini o‘zgartirish, reyestr (regedit) bilan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ishlash va disk bo‘limlarini tahrirlash administrator huquqini talab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qiladi.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Automatic (Avtomatik)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Windows yuklanganda darhol ishga tushadi.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Dastur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Diskda saqlanadigan bajariluvchi fayl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(masalan, notepad.exe).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Disabled (O‘chirilgan)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Umuman ishga tushmaydi; tizim xizmatlarini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o‘ylamasdan o‘chirish nosozlikka olib keladi.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Fayl tizimini boshqarish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Fayl va papkalarni yaratish, saqlash, nomlash,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ruxsatlarni nazorat qilish (NTFS, FAT32, exFAT).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Manual (Qo‘lda)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Faqat biror dastur yoki foydalanuvchi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so‘raganda ishga tushadi.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Tarmoq xizmatlari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IP-manzil olish, fayl va printerlarni almashish,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internetga ulanish.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Operatsion tizimning qanday asosiy funksiyalarini bilasiz?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Dastur, jarayon va xizmat bir-biridan nimasi bilan farq qiladi?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Xizmatning qanday ishga tushish turlari mavjud?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«Print Spooler» xizmati to‘xtab qolsa, qanday muammo yuzaga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Device Manager, Event Viewer va Disk Management qaysi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buyruqlar bilan ochiladi?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25-mavzu. Operatsion tizimning asosiy xizmatlari va boshqaruv vositalari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