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Kompyuterning asosiy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qurilmalari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Asosiy qurilmalar tushunchasi va kompyuterning minimal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ish konfiguratsiyasi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Tizim bloki va monitor: turlari va asosiy texnik tavsiflari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Klaviatura va sichqoncha: turlari, tavsiflari va tanlash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mezonlari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asosiy qurilmalari, ularning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turlari va texnik tavsiflari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foydalanuvchi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ehtiyojiga qarab qurilma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tanlash mezonlari haqida bilim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Kompyuterning asosiy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qurilmalarini sanab, ularning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turlari va asosiy tavsiflarini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izohlaydilar hamda ofis yoki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o‘quv xonasi uchun mos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qurilmalarni asoslab tanlay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ASOSIY QURILMALAR TUSHUNCHASI VA KOMPYUTERNING MINIMAL ISH KONFIGURATSIYASI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qurilmalar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Asosiy qurilmalar — kompyuter bilan to‘laqonli ishlash uchun albatta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zarur bo‘lgan qurilmalar. Statsionar kompyuterda ular to‘rtta: tizim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bloki, monitor, klaviatura va sichqoncha. Ularsiz foydalanuvchi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ma’lumot kirita olmaydi yoki natijani ko‘ra olmaydi.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ASOSIY QURILMALAR TUSHUNCHASI VA KOMPYUTERNING MINIMAL ISH KONFIGURATSIYASI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Minimal ish konfiguratsiyasi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IT-servis markaziga yangi kompyuter keltirilganda, avvalo uning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minimal konfiguratsiyasi yig‘iladi: tizim bloki, monitor, klaviatura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sichqoncha ulanadi va kompyuter ishga tushiriladi.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Tizim bloki: </a:t>
            </a:r>
            <a:r>
              <a:rPr sz="2600" b="0">
                <a:solidFill>
                  <a:srgbClr val="1B2A4A"/>
                </a:solidFill>
                <a:latin typeface="Segoe UI"/>
              </a:rPr>
              <a:t>axborotni qayta ishlaydi va saqlaydi.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Monitor: </a:t>
            </a:r>
            <a:r>
              <a:rPr sz="2600" b="0">
                <a:solidFill>
                  <a:srgbClr val="1B2A4A"/>
                </a:solidFill>
                <a:latin typeface="Segoe UI"/>
              </a:rPr>
              <a:t>axborotni tasvir ko‘rinishida chiqaradi.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7132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2155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Klaviatura: </a:t>
            </a:r>
            <a:r>
              <a:rPr sz="2600" b="0">
                <a:solidFill>
                  <a:srgbClr val="1B2A4A"/>
                </a:solidFill>
                <a:latin typeface="Segoe UI"/>
              </a:rPr>
              <a:t>matn, raqam va buyruqlarni kiritadi.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4028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9051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Sichqoncha: </a:t>
            </a:r>
            <a:r>
              <a:rPr sz="2600" b="0">
                <a:solidFill>
                  <a:srgbClr val="1B2A4A"/>
                </a:solidFill>
                <a:latin typeface="Segoe UI"/>
              </a:rPr>
              <a:t>ekrandagi ko‘rsatkichni boshqaradi, ob’ektlarni tanlaydi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va harakatlantiradi.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TIZIM BLOKI VA MONITOR: TURLARI VA ASOSIY TEXNIK TAVSIFLARI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Tizim bloki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Tizim bloki korpus o‘lchamiga ko‘ra Tower (tik turadigan: to‘liq, o‘rta,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mini), Desktop (yotqizib qo‘yiladigan) va kichik mini-PC turlariga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bo‘linadi.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TIZIM BLOKI VA MONITOR: TURLARI VA ASOSIY TEXNIK TAVSIFLARI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Monitorning asosiy tavsiflari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4113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5618"/>
                <a:gridCol w="5116743"/>
                <a:gridCol w="379629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Tavsif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Odatiy qiymatlar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Diagonal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Ekranning qarama-qarshi burchaklari orasidagi masofa (dyuymda)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21,5; 24; 27 dyuym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Ruxsat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Gorizontal va vertikal piksellar soni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1920×1080 (Full HD), 2560×1440, 3840×2160 (4K)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Matritsa turi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Tasvir sifati va ko‘rish burchagini belgilaydi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IPS, VA, TN, OLED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Yangilanish chastotasi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soniyada tasvir necha marta yangilanadi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60, 75, 144 Hz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Ulanish portlari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Tizim blokiga ulanish usuli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HDMI, DisplayPort, VGA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TIZIM BLOKI VA MONITOR: TURLARI VA ASOSIY TEXNIK TAVSIFLARI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Matritsa turlarini taqqoslash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Ofis xodimi uchun 24 dyumli, Full HD ruxsatli IPS monitor odatda yetarli; grafik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dizayner uchun yuqori ruxsat va ranglarni aniq ko‘rsatish muhim; o‘yinlar uchun esa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yuqori yangilanish chastotasi qadrlanadi.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IPS: </a:t>
            </a:r>
            <a:r>
              <a:rPr sz="2200" b="0">
                <a:solidFill>
                  <a:srgbClr val="1B2A4A"/>
                </a:solidFill>
                <a:latin typeface="Segoe UI"/>
              </a:rPr>
              <a:t>ranglari tabiiy, ko‘rish burchagi keng — ofis, dizayn va o‘qish uchun eng ko‘p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tanlanadigan tur.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6536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4708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VA: </a:t>
            </a:r>
            <a:r>
              <a:rPr sz="2200" b="0">
                <a:solidFill>
                  <a:srgbClr val="1B2A4A"/>
                </a:solidFill>
                <a:latin typeface="Segoe UI"/>
              </a:rPr>
              <a:t>qora rang chuqur, kontrast yuqori — film ko‘rish va umumiy foydalanish uchun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qulay.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2692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0865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TN: </a:t>
            </a:r>
            <a:r>
              <a:rPr sz="2200" b="0">
                <a:solidFill>
                  <a:srgbClr val="1B2A4A"/>
                </a:solidFill>
                <a:latin typeface="Segoe UI"/>
              </a:rPr>
              <a:t>arzon va tez, lekin yon tomondan qaralganda ranglar buziladi.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086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21258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OLED: </a:t>
            </a:r>
            <a:r>
              <a:rPr sz="2200" b="0">
                <a:solidFill>
                  <a:srgbClr val="1B2A4A"/>
                </a:solidFill>
                <a:latin typeface="Segoe UI"/>
              </a:rPr>
              <a:t>har bir piksel o‘zi nur chiqaradi, kontrast juda yuqori, ammo narxi baland.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KLAVIATURA VA SICHQONCHA: TURLARI, TAVSIFLARI VA TANLASH MEZONLARI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Klaviatura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Klaviaturalar o‘lchami bo‘yicha ham farqlanadi: to‘liq o‘lchamli klaviaturada raqamli blok bo‘ladi —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buxgalter va operatorlar uchun qulay; ixcham (TKL) klaviaturada esa raqamli blok yo‘q, stolda kam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joy egallaydi.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541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4075"/>
                <a:gridCol w="5319249"/>
                <a:gridCol w="306533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Xususiyati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Qayerda qulay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Membranali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Arzon, jim, tugmalari yumshoq bosiladi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Ofis, o‘quv xonasi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Mexanik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tugma ostida alohida kalit, chidamli, aniq bosiladi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Ko‘p matn teruvchilar, o‘yinchilar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Orolcha (noutbuk tipidagi)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Yupqa, tugmalar yo‘li qisqa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Noutbuklar, ixcham ish o‘rni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KLAVIATURA VA SICHQONCHA: TURLARI, TAVSIFLARI VA TANLASH MEZONLARI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Sichqoncha va uning tavsiflari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Sensor turi: </a:t>
            </a:r>
            <a:r>
              <a:rPr sz="2600" b="0">
                <a:solidFill>
                  <a:srgbClr val="1B2A4A"/>
                </a:solidFill>
                <a:latin typeface="Segoe UI"/>
              </a:rPr>
              <a:t>optik (LED) yoki lazerli; lazerli sichqoncha ko‘proq sirtlarda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ishlaydi.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DPI (sezgirlik): </a:t>
            </a:r>
            <a:r>
              <a:rPr sz="2600" b="0">
                <a:solidFill>
                  <a:srgbClr val="1B2A4A"/>
                </a:solidFill>
                <a:latin typeface="Segoe UI"/>
              </a:rPr>
              <a:t>sichqoncha 1 dyuym siljiganda ko‘rsatkich necha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nuqta harakatlanishi; ofis uchun 800–1600 DPI yetarli.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Ulanish: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simli (USB) — batareya kerak emas, simsiz — harakat erkin,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lekin batareya yoki zaryad talab qiladi.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Ergonomika: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kaft o‘lchamiga mos shakl qo‘l charchashini kamaytiradi.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KLAVIATURA VA SICHQONCHA: TURLARI, TAVSIFLARI VA TANLASH MEZONLARI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Tanlash mezonlari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Asosiy qurilmalarni tanlashda «eng qimmati — eng yaxshisi» qoidasi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to‘g‘ri emas. Avval foydalanuvchining vazifasi aniqlanadi: matn terish,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jadval bilan ishlash, grafika yoki o‘yin. So‘ngra byudjet, ish o‘rnidagi joy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ulanish portlari hisobga olinadi.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Asosiy qurilmalar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Kompyuter bilan to‘laqonli ishlash uchun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albatta zarur bo‘lgan qurilmalar.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DPI (sezgirlik)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64080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Sichqoncha 1 dyuym siljiganda ko‘rsatkich necha nuqta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harakatlanishi; ofis uchun 800–1600 DPI yetarli.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23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sz="1900" b="1">
                <a:solidFill>
                  <a:srgbClr val="1B2A4A"/>
                </a:solidFill>
                <a:latin typeface="Georgia"/>
              </a:rPr>
              <a:t>IPS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18179"/>
            <a:ext cx="4936991" cy="57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3A4560"/>
                </a:solidFill>
                <a:latin typeface="Segoe UI"/>
              </a:rPr>
              <a:t>Ranglari tabiiy, ko‘rish burchagi keng — ofis, dizayn</a:t>
            </a:r>
            <a:br/>
            <a:r>
              <a:rPr sz="1600" b="0">
                <a:solidFill>
                  <a:srgbClr val="3A4560"/>
                </a:solidFill>
                <a:latin typeface="Segoe UI"/>
              </a:rPr>
              <a:t>va o‘qish uchun eng ko‘p tanlanadigan tur.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Klaviatura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61994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Matn, raqam va buyruqlarni kiritadi.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OLED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Har bir piksel o‘zi nur chiqaradi, kontrast juda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yuqori, ammo narxi baland.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Sensor turi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Optik (LED) yoki lazerli; lazerli sichqoncha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ko‘proq sirtlarda ishlaydi.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Qaysi qurilmalar kompyuterning asosiy qurilmalari hisoblanadi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nima uchun?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Minimal ish konfiguratsiyasi nima va u nosozlikni aniqlashda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qanday yordam beradi?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8036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8036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8361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7279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Monitorning qaysi tavsiflari tasvir sifatiga ta’sir qiladi?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Membranali va mexanik klaviaturaning farqi nimada?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Sichqonchaning DPI ko‘rsatkichi nimani bildiradi?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12-mavzu. Kompyuterning asosiy qurilmalari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