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13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0E7C7B"/>
                </a:solidFill>
                <a:latin typeface="Georgia"/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KOMPYUTER TIZIMLARI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Apparat va dasturiy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ta’minotni amaliy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jihatdan farqlash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Tizim ma’lumotlari vositasi orqali apparat va dasturiy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muhitni ko‘rish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O‘rnatilgan dasturlar, drayverlar va operatsion tizim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versiyasini aniqlash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kompyuterning apparat va dasturiy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pasportini tuzish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0">
                <a:solidFill>
                  <a:srgbClr val="3A4560"/>
                </a:solidFill>
                <a:latin typeface="Segoe UI"/>
              </a:rPr>
              <a:t>O‘quvchilarga Windows vositalari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yordamida kompyuterning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apparat tarkibi, operatsion tizim,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drayverlar va o‘rnatilgan dasturlar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haqidagi ma’lumotlarni topish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hamda ularni turlarga ajratish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ko‘nikmasini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msinfo32, Qurilmalar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dispetcheri va Sozlamalar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oynasi yordamida apparat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dasturiy ta’minot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ma’lumotlarini topadilar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kompyuter pasportini to‘ldira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oladilar.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TIZIM MA’LUMOTLARI VOSITASI ORQALI APPARAT VA DASTURIY MUHITNI KO‘RISH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Kerakli jihozlar va xavfsizlik eslatmasi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Mashg‘ulot faqat dasturiy vositalar orqali, korpusni ochmasdan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bajariladi. O‘quvchilar ma’lumotlarni faqat ko‘radilar: dasturlarni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o‘chirish, drayverlarni yangilash yoki o‘chirish, tizim sozlamalarini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o‘zgartirish taqiqlanadi.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TIZIM MA’LUMOTLARI VOSITASI ORQALI APPARAT VA DASTURIY MUHITNI KO‘RISH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«Tizim ma’lumotlari» vositasi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2123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184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0"/>
              </a:lnSpc>
            </a:pPr>
            <a:r>
              <a:rPr sz="2300" b="0">
                <a:solidFill>
                  <a:srgbClr val="3A4560"/>
                </a:solidFill>
                <a:latin typeface="Segoe UI"/>
              </a:rPr>
              <a:t>msinfo32 — Windows ga o‘rnatilgan, kompyuter haqidagi eng to‘liq ma’lumotni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bitta oynada beradigan vosita. Uni ochish uchun «Win + R» tugmalarini bosib,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«msinfo32» deb yozish va Enter bosish kifoya.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10379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985516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Tizim xulosasi: </a:t>
            </a:r>
            <a:r>
              <a:rPr sz="2200" b="0">
                <a:solidFill>
                  <a:srgbClr val="1B2A4A"/>
                </a:solidFill>
                <a:latin typeface="Segoe UI"/>
              </a:rPr>
              <a:t>OT nomi va versiyasi, kompyuter ishlab chiqaruvchisi va modeli,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protsessor, BIOS versiyasi va rejimi (UEFI yoki eski BIOS), o‘rnatilgan RAM hajmi.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96536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847084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Apparat resurslari: </a:t>
            </a:r>
            <a:r>
              <a:rPr sz="2200" b="0">
                <a:solidFill>
                  <a:srgbClr val="1B2A4A"/>
                </a:solidFill>
                <a:latin typeface="Segoe UI"/>
              </a:rPr>
              <a:t>qurilmalar egallagan resurslar (mutaxassislar uchun).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46929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351020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Komponentlar: </a:t>
            </a:r>
            <a:r>
              <a:rPr sz="2200" b="0">
                <a:solidFill>
                  <a:srgbClr val="1B2A4A"/>
                </a:solidFill>
                <a:latin typeface="Segoe UI"/>
              </a:rPr>
              <a:t>displey, tovush, tarmoq, xotira qurilmalari, USB va boshqalar.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97323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854956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Dasturiy muhit: </a:t>
            </a:r>
            <a:r>
              <a:rPr sz="2200" b="0">
                <a:solidFill>
                  <a:srgbClr val="1B2A4A"/>
                </a:solidFill>
                <a:latin typeface="Segoe UI"/>
              </a:rPr>
              <a:t>tizim drayverlari, ishlayotgan vazifalar, avtoyuklanuvchi dasturlar.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O‘RNATILGAN DASTURLAR, DRAYVERLAR VA OPERATSION TIZIM VERSIYASINI ANIQLASH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Operatsion tizim va dasturlarni aniqlash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«Win + R» → «winver» buyrug‘i bilan Windows nashri, versiyasi va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yig‘ma raqamini ko‘rish.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Sozlamalar → Tizim → Haqida bo‘limida qurilma nomi, protsessor,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RAM va Windows nashrini ko‘rish.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7816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8390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Windows 11 da Sozlamalar → Ilovalar → O‘rnatilgan ilovalar, Windows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10 da Sozlamalar → Ilovalar → Ilovalar va imkoniyatlar bo‘limida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dasturlar…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5192435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5042662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Ro‘yxatdan 5 ta amaliy dastur va 2 ta tizim utilitasini tanlab yozib olish.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O‘RNATILGAN DASTURLAR, DRAYVERLAR VA OPERATSION TIZIM VERSIYASINI ANIQLASH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Drayverni ko‘rish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31140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283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sz="2500" b="0">
                <a:solidFill>
                  <a:srgbClr val="3A4560"/>
                </a:solidFill>
                <a:latin typeface="Segoe UI"/>
              </a:rPr>
              <a:t>Shu misolda bitta qurilmaning ikki tomoni ko‘rinadi: tarmoq kartasi —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apparat, uning drayveri esa — tizim dasturiy ta’minoti. Ular faqat birgalikda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ishlaydi.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21860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084576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«Win + R» → «devmgmt.msc» bilan Qurilmalar dispetcherini ochish.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5504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1024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«Tarmoq adapterlari» guruhini yoyib, adapter nomini aniqlash (bu —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apparat).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68164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547616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Adapter ustida ikki marta bosib, «Drayver» yorlig‘ini ochish.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21808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084064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Drayver ishlab chiqaruvchisi, sanasi va versiyasini yozib olish (bu — dasturiy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ta’minot).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AMALIY MASHQ: KOMPYUTERNING APPARAT VA DASTURIY PASPORTINI TUZISH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Kompyuter pasporti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9709"/>
                <a:gridCol w="4494436"/>
                <a:gridCol w="3914509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Bo‘lim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Ko‘rsatkich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Qayerdan olinadi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Apparat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Protsessor modeli, RAM hajmi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msinfo32 → Tizim xulosasi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Apparat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Videoadapter va tarmoq adapteri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Qurilmalar dispetcheri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Mikrodastur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BIOS versiyasi va rejimi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msinfo32 → Tizim xulosasi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Tizim dasturi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Windows nashri va versiyasi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winver, Sozlamalar → Haqida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Amaliy dasturlar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Ofis, brauzer, arxivator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Sozlamalar → Ilovalar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AMALIY MASHQ: KOMPYUTERNING APPARAT VA DASTURIY PASPORTINI TUZISH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Natijani tekshirish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To‘ldirilgan pasport ikki manbadan solishtiriladi: masalan, RAM hajmi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msinfo32 va «Sozlamalar → Haqida» oynalarida bir xil bo‘lishi kerak.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Farq chiqsa, o‘quvchi qaysi ko‘rsatkich «o‘rnatilgan», qaysi biri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«foydalanish mumkin» ekanini aniqlaydi.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AMALIY MASHQ: KOMPYUTERNING APPARAT VA DASTURIY PASPORTINI TUZISH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Tipik xatolar va ularni tuzatish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AMALIY TOPSHIRIQ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3025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1095"/>
                <a:gridCol w="5597559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Xato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To‘g‘ri yo‘l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Drayverni apparat deb yozish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Drayver — dastur; uni yaratgan kompaniya va versiyasi bor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Windows versiyasi o‘rniga faqat «Windows 10» deb yozish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Nashr (Home, Pro) va versiyani (masalan, 22H2) to‘liq yozish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Ilovalar ro‘yxatidan narsani o‘chirib yuborish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Faqat ko‘rish rejimida ishlash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BIOS ni amaliy dastur deb hisoblash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BIOS/UEFI — mikrodastur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208064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Apparat resurslari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4936991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Qurilmalar egallagan resurslar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(mutaxassislar uchun).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208064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Dasturiy muhit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22500"/>
            <a:ext cx="4936991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Tizim drayverlari, ishlayotgan vazifalar,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avtoyuklanuvchi dasturlar.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95439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954398"/>
            <a:ext cx="73152" cy="208064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411899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Komponentlar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4531740"/>
            <a:ext cx="4936991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Displey, tovush, tarmoq, xotira qurilmalari,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USB va boshqalar.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95439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954398"/>
            <a:ext cx="73152" cy="208064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411899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Tizim xulosasi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4531740"/>
            <a:ext cx="4936991" cy="130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OT nomi va versiyasi, kompyuter ishlab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chiqaruvchisi va modeli, protsessor, BIOS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versiyasi va rejimi (UEFI yoki eski BIOS),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o‘rnatilgan RAM hajmi.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msinfo32 vositasi qanday ochiladi va unda qanday bo‘limlar bor?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Windows versiyasini qaysi buyruq yordamida tezda ko‘rish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mumkin?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3743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3743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4069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2986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Qurilma drayverining versiyasini qayerdan bilish mumkin?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9865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9865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0190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91083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tarmoq adapteri va uning drayveri turli toifalarga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kiradi?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50279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50279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50604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9522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Windows 11 da o‘rnatilgan dasturlar ro‘yxati qayerda joylashgan?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0E7C7B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8-mavzu. Apparat va dasturiy ta’minotni amaliy jihatdan farqlash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