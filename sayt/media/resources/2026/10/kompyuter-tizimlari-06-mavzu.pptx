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KOMPYUTER TIZIMLARI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Kompyuter tizimining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asosiy qismlarini aniqlash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Tizim blokini ochishga tayyorgarlik va antistatik xavfsizlik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Tizim blokidagi asosiy qismlarni ko‘rib aniqlash tartibi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4822698"/>
            <a:ext cx="982643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qismlar xaritasini tuzish va tizim blokini</a:t>
            </a:r>
            <a:br/>
            <a:r>
              <a:rPr sz="2400" b="1">
                <a:solidFill>
                  <a:srgbClr val="1B2A4A"/>
                </a:solidFill>
                <a:latin typeface="Georgia"/>
              </a:rPr>
              <a:t>qayta yig‘ish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tizim blokini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xavfsiz ochish, uning ichidagi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asosiy qismlarni tashqi belgilari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bo‘yicha aniqlash va korpusni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to‘g‘ri yopish bo‘yicha amaliy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 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Tizim blokini xavfsizlik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qoidalariga rioya qilib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ochadilar, ichki qismlarni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aniqlab nomlaydilar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korpusni to‘g‘ri yig‘adilar.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TIZIM BLOKINI OCHISHGA TAYYORGARLIK VA ANTISTATIK XAVFSIZLIK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Kerakli jihozlar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Krestsimon otvertka (Phillips PH2): </a:t>
            </a:r>
            <a:r>
              <a:rPr sz="2600" b="0">
                <a:solidFill>
                  <a:srgbClr val="1B2A4A"/>
                </a:solidFill>
                <a:latin typeface="Segoe UI"/>
              </a:rPr>
              <a:t>korpus va qismlar vintlarini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burash uchun.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Antistatik bilaguzuk: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tanadagi statik zaryadni korpusga yoki yerga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olib ketadi.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Antistatik gilamcha yoki yog‘och stol: </a:t>
            </a:r>
            <a:r>
              <a:rPr sz="2600" b="0">
                <a:solidFill>
                  <a:srgbClr val="1B2A4A"/>
                </a:solidFill>
                <a:latin typeface="Segoe UI"/>
              </a:rPr>
              <a:t>qismlarni xavfsiz qo‘yish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uchun.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76977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62000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Fonar va vintlar idishchasi: </a:t>
            </a:r>
            <a:r>
              <a:rPr sz="2600" b="0">
                <a:solidFill>
                  <a:srgbClr val="1B2A4A"/>
                </a:solidFill>
                <a:latin typeface="Segoe UI"/>
              </a:rPr>
              <a:t>ichki qismlarni yaxshi ko‘rish va vintlarni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yo‘qotmaslik uchun.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TIZIM BLOKINI OCHISHGA TAYYORGARLIK VA ANTISTATIK XAVFSIZLIK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Statik elektr xavfi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Gilam ustida yurish yoki sintetik kiyim ishqalanishi natijasida inson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tanasida bir necha ming voltgacha statik zaryad to‘planishi mumkin.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Biz uni sezmasligimiz mumkin, ammo bunday razryad mikrosxemalarni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shikastlashga yetarli.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TIZIM BLOKINI OCHISHGA TAYYORGARLIK VA ANTISTATIK XAVFSIZLIK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Xavfsizlik eslatmasi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Kompyuterni «Pusk → Quvvat → Yakunlash» orqali o‘chirish.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Quvvat kabelini tizim blokidan ham, rozetkadan ham ajratish.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293285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278307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Qoldiq zaryadni ketkazish uchun quvvat tugmasini 5–10 soniya bosib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turish.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2446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77469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Quvvat blokini hech qachon ochmaslik: </a:t>
            </a:r>
            <a:r>
              <a:rPr sz="2600" b="0">
                <a:solidFill>
                  <a:srgbClr val="1B2A4A"/>
                </a:solidFill>
                <a:latin typeface="Segoe UI"/>
              </a:rPr>
              <a:t>ichidagi kondensatorlar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uzilgandan keyin ham xavfli kuchlanishni saqlashi mumkin.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TIZIM BLOKIDAGI ASOSIY QISMLARNI KO‘RIB ANIQLASH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Tizim blokini ochish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Tizim blokini antistatik gilamcha ustiga yonboshiga yotqizish (ona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plata tomoni pastga).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78654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63677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Orqa paneldagi yon qopqoq vintlarini burab chiqarish va idishchaga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solish.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7816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2839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Qopqoqni orqaga tomon surib, ehtiyotkorlik bilan olish.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34712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97350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Antistatik bilaguzukni taqib, uning qisqichini korpus metalliga ulash.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TIZIM BLOKIDAGI ASOSIY QISMLARNI KO‘RIB ANIQLASH TARTIBI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Qismlarni aniqlash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Qismlar katta va ko‘zga tashlanuvchidan kichigiga qarab aniqlanadi. Har bir qism topilganda uning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nomi, ulanish joyi va ko‘rinadigan yorlig‘i (ishlab chiqaruvchi, model) qayd etiladi.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35261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514"/>
                <a:gridCol w="5453733"/>
                <a:gridCol w="3397407"/>
              </a:tblGrid>
              <a:tr h="452755"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Qism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Tashqi belgisi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1">
                          <a:solidFill>
                            <a:srgbClr val="F4EBDD"/>
                          </a:solidFill>
                          <a:latin typeface="Segoe UI"/>
                        </a:rPr>
                        <a:t>Yozib olinadigan ma’lumot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5275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Ona plata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Eng katta plata, sirtida model nomi yozilgan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Ishlab chiqaruvchi va model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Protsessor sovutgichi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Plata markazidagi radiator va ventilyator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Sovutgich turi (qutidagi yoki alohida)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Tezkor xotira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Ikki chetida mahkamlagichi bor uzun slotlardagi modullar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Modullar soni, yorliqdagi hajm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22630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Videokarta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PCI Express slotidagi plata yoki u yo‘q (o‘rnatilgan grafika)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Bor yoki yo‘qligi, modeli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52755"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Disk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SATA kabel ulangan quti yoki M.2 plata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700" b="0">
                          <a:solidFill>
                            <a:srgbClr val="1B2A4A"/>
                          </a:solidFill>
                          <a:latin typeface="Segoe UI"/>
                        </a:rPr>
                        <a:t>Turi va hajmi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AMALIY MASHQ: QISMLAR XARITASINI TUZISH VA TIZIM BLOKINI QAYTA YIG‘ISH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Qismlar xaritasi va qayta yig‘ish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Qismlar aniqlangach, guruh tizim blokining soddalashtirilgan rasmini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chizib, unda har bir qismni raqam bilan belgilaydi.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AMALIY MASHQ: QISMLAR XARITASINI TUZISH VA TIZIM BLOKINI QAYTA YIG‘ISH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Natijani tekshirish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Kompyuter odatdagidek yoqilib, operatsion tizim yuklansa, ichki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qismlarga zarar yetmaganligi tasdiqlanadi. Ventilyator shovqini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o‘zgargan yoki ekranda tasvir chiqmasa, korpus qayta ochilib, kabellar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modullar holati tekshiriladi.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AMALIY MASHQ: QISMLAR XARITASINI TUZISH VA TIZIM BLOKINI QAYTA YIG‘ISH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Tipik xatolar va ularni tuzatish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3" cy="36290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829"/>
                <a:gridCol w="3251107"/>
                <a:gridCol w="4307717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Oqibati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yo‘l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Kabelni rozetkadan uzmaslik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Tok urishi, qismlar shikastlanishi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doim to‘liq tarmoqdan uzish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Plata kontaktlariga barmoq tekkizish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Statik razryad, ifloslanish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Qismni faqat chetlaridan ushlash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Vintlarni stol ustida sochib qo‘yish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Vint plata ustiga tushib qisqa tutashuv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Vintlarni idishchada saqlash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Ichki kabelni tasodifan tortib yuborish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Qurilma yoki ventilyator ishlamay 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Yopishdan oldin barcha ulanishlarni ko‘zdan kechirish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Antistatik bilaguzuk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Tanadagi statik zaryadni korpusga yoki yerga olib ketadi.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954398"/>
            <a:ext cx="10728655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4118990"/>
            <a:ext cx="10682313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Fonar va vintlar idishchasi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4531740"/>
            <a:ext cx="10682313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Ichki qismlarni yaxshi ko‘rish va vintlarni yo‘qotmaslik uchun.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6-MAVZU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Tizim blokini ochishdan oldin qanday xavfsizlik choralari ko‘riladi?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Antistatik bilaguzuk nima uchun kerak?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quvvat blokini ochish taqiqlanadi?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Tezkor xotira modulini tashqi ko‘rinishidan qanday tanish mumkin?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Korpus yopilgandan keyin ish natijasi qanday tekshiriladi?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Kompyuter tizimlari · 6-mavzu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6-mavzu. Kompyuter tizimining asosiy qismlarini aniqlash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