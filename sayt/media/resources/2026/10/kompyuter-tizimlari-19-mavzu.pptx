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tizimlar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ularning 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Operatsion tizim tushunchasi, vazifalari va tarkibiy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qismlari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Operatsion tizimlarning tasnifi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Zamonaviy operatsion tizimlar oilalari: windows, linux,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macos, android, 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operatsion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tizimning vazifalari, tuzilishi,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tasnifi va zamonaviy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operatsion tizimlar oilalarining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xususiyatlari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Operatsion tizim vazifalarini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tizimlarni turli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 bo‘yicha tasniflaydilar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vazifaga mos operatsion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tizimni asoslab tanlay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 TUSHUNCHASI, VAZIFALARI VA TARKIBIY QISMLARI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Operatsion tizim (OT) — kompyuter yoqilganda birinchi yuklanadigan,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apparat qurilmalarni boshqaradigan va boshqa dasturlarning ishlashi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muhit yaratadigan asosiy tizimli dastur.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 TUSHUNCHASI, VAZIFALARI VA TARKIBIY QISMLARI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tizimning asosiy vazifalari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Jarayonlarni boshqarish: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bir vaqtda ishlayotgan dasturlarga protsessor vaqtini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taqsimlash.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Xotirani boshqarish: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har bir dasturga tezkor xotiradan joy ajratish va uni boshqa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dasturlardan himoya qilish.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1367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327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Fayllarni boshqarish: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fayl tizimi orqali ma’lumotlarni papka va fayllarga tartiblab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saqlash.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427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3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Qurilmalarni boshqarish: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drayverlar orqali klaviatura, printer, disk va tarmoq bilan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ishlash.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Xavfsizlik: </a:t>
            </a:r>
            <a:r>
              <a:rPr sz="2100" b="0">
                <a:solidFill>
                  <a:srgbClr val="1B2A4A"/>
                </a:solidFill>
                <a:latin typeface="Segoe UI"/>
              </a:rPr>
              <a:t>foydalanuvchi hisoblari, parollar va kirish huquqlarini nazorat qilish.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46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490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Foydalanuvchi interfeysi: </a:t>
            </a:r>
            <a:r>
              <a:rPr sz="2100" b="0">
                <a:solidFill>
                  <a:srgbClr val="1B2A4A"/>
                </a:solidFill>
                <a:latin typeface="Segoe UI"/>
              </a:rPr>
              <a:t>grafik oyna, menyu va buyruqlar orqali inson bilan muloqot.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 TUSHUNCHASI, VAZIFALARI VA TARKIBIY QISMLARI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tizimning tarkibiy qismlari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OT ning markazi — yadro (kernel): u xotira, jarayonlar va qurilmalarni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bevosita boshqaradi.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OPERATSION TIZIMLARNING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tizimlarning tasnifi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Operatsion tizimlarni turli belgilarga ko‘ra guruhlash mumkin. Bu tasnif tizimni tanlashda qaysi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imkoniyatlar muhimligini tushunishga 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599"/>
                <a:gridCol w="3786584"/>
                <a:gridCol w="3865471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Tasnif 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Turlari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Bir vaqtda bajariladigan vazifalar soni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Bir vazifali; ko‘p vazifali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MS-DOS; Windows 11, Linux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Foydalanuvchilar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Bir foydalanuvchili; ko‘p foydalanuvchili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MS-DOS; Windows Server, Linux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Razryadi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32 bitli; 64 bitli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Windows 10 (32/64 bit); Windows 11 (faqat 64 bit)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Qo‘llanish sohasi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Ish stoli, server, mobil, o‘rnatilgan, real vaqt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Windows, Windows Server, Android, router dasturi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Litsenziya turi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Tijoriy (yopiq kodli); erkin (ochiq kodli)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Windows, macOS; Linux distributivlari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OPERATSION TIZIMLARNING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32 va 64 bitli tizimlar farqi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32 bitli OT ko‘pi bilan taxminan 4 GB tezkor xotiradan foydalana oladi,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amalda esa bundan ham kamroq. 64 bitli OT esa bu chegaradan xoli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bo‘lib, zamonaviy kompyuterlardagi 8, 16 va undan ortiq gigabayt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xotirani to‘liq ishlatadi.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OPERATSION TIZIMLARNING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Maxsus vazifali tizimlar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Server OT: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tarmoqdagi ko‘plab foydalanuvchilarga xizmat ko‘rsatadi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(fayl, pochta, sayt serverlari) — Windows Server, Ubuntu Server.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Real vaqt OT: </a:t>
            </a:r>
            <a:r>
              <a:rPr sz="2600" b="0">
                <a:solidFill>
                  <a:srgbClr val="1B2A4A"/>
                </a:solidFill>
                <a:latin typeface="Segoe UI"/>
              </a:rPr>
              <a:t>voqeaga qat’iy belgilangan vaqtda javob beradi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sanoat uskunalari, tibbiy asboblar, avtomobil tizimlari.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O‘rnatilgan (embedded) OT: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maishiy texnika, router, bankomat, aqlli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televizor ichida ishlaydi.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ZAMONAVIY OPERATSION TIZIMLAR OILALARI: WINDOWS, LINUX, MACOS, ANDROID, 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Zamonaviy operatsion tizimlar oilalari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065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696"/>
                <a:gridCol w="2068174"/>
                <a:gridCol w="3619305"/>
                <a:gridCol w="2714479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OT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Ishlab chiqaruvchi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Qo‘llanishi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Windows 10/11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Microsoft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Keng dasturiy va drayver bazasi, qulay GUI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Ofis, ta’lim, uy, o‘yinlar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Linux (Ubuntu, Debian, Fedora va b.)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Erkin hamjamiyat va kompaniyalar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Ochiq kodli, bepul, barqaror, xavfsiz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Serverlar, dasturchilar, eski kompyuterlar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macOS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Faqat Apple kompyuterlarida, dizayn va media uchun qulay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Dizayn, video montaj, dasturlash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Android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Google (Linux yadrosi asosida)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Ochiq ekotizim, ko‘p ishlab chiqaruvchilar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Smartfon, planshet, televizor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iOS / iPadOS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Yopiq ekotizim, yuqori optimallashtirish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iPhone va iPad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ZAMONAVIY OPERATSION TIZIMLAR OILALARI: WINDOWS, LINUX, MACOS, ANDROID, 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versiyalari va nashrlari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bir nechta nashrda (edition) chiqariladi: Home — uy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foydalanuvchilari uchun; Pro — kichik ofislar uchun, domenga ulanish,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BitLocker shifrlash, masofaviy ish stoli (server rejimi) kabi qo‘shimcha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imkoniyatlar bilan;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ZAMONAVIY OPERATSION TIZIMLAR OILALARI: WINDOWS, LINUX, MACOS, ANDROID, 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OT tanlash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Masalan, maktab kompyuter xonasi uchun litsenziyalangan Windows Education yoki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bepul Linux distributivi, server uchun esa Linux yoki Windows Server tanlanishi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mumkin. To‘g‘ri tanlov kompyuterning samarali va xavfsiz ishlashini ta’minlaydi.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Kompyuterning apparat ko‘rsatkichlari OT ning minimal talablariga mosligi.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Ish uchun zarur dasturlarning shu OT da mavjudligi (masalan, buxgalteriya yoki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loyihalash dasturlari).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6312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5272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Litsenziya narxi va qonuniyligi — «Mualliflik huquqi va turdosh huquqlar to‘g‘risida»gi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Qonunga rioya.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21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8177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Xavfsizlik yangilanishlarining davom etayotgani va texnik qo‘llab-quvvatlash.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67986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56945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Foydalanuvchilarning tayyorgarligi va interfeysga ko‘nikkanligi.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Fayllarni boshqarish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Fayl tizimi orqali ma’lumotlarni papka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fayllarga tartiblab saqlash.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Foydalanuvchi interfeysi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Grafik oyna, menyu va buyruqlar orqali inson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bilan muloqot.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Jarayonlarni boshqarish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Bir vaqtda ishlayotgan dasturlarga protsessor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vaqtini taqsimlash.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OT ning markazi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Yadro (kernel): u xotira, jarayonlar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qurilmalarni bevosita boshqaradi.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O‘rnatilgan (embedded) 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Maishiy texnika, router, bankomat, aqlli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televizor ichida ishlaydi.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Qurilmalarni boshqarish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Drayverlar orqali klaviatura, printer, disk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tarmoq bilan ishlash.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nima va u qanday asosiy vazifalarni 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yadrosining vazifasi nimadan iborat?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Grafik va buyruq satri interfeyslari qanday farqlanadi?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32 bitli va 64 bitli operatsion tizimlar o‘rtasidagi asosiy farq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Windows, Linux va macOS ning qo‘llanish sohalarini solishtiring.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19-mavzu. Operatsion tizimlar va ularning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