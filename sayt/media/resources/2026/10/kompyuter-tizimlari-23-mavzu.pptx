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16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boshlang‘ich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parametrlarini 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Texnik topshiriqni tahlil qilish va kompyuter nomi hamda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tarmoq profilini sozlash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update, quvvat rejimi, windows xavfsizligi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tizim himoyasini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o‘quv xonasi kompyuterini texnik topshiriq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bo‘yicha ishga tayyorlash va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O‘quvchilarga yangi o‘rnatilgan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Windows tizimining tizim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darajasidagi boshlang‘ich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parametrlarini — kompyuter nomi,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tarmoq profili, yangilanish, quvvat,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xavfsizlik va tiklash nuqtasini —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texnik topshiriq asosida sozlash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Kompyuter nomini o‘zgartiradilar,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tarmoq profilini tanlaydilar,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yangilanish va quvvat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parametrlarini sozlaydilar, tiklash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nuqtasini yaratadilar va bajarilgan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sozlamalarni buyruqlar orqali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TEXNIK TOPSHIRIQNI TAHLIL QILISH VA KOMPYUTER NOMI HAMDA TARMOQ PROFILINI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administrator huquqli o‘quv hisobida bajariladi. Faqat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topshiriqda ko‘rsatilgan parametrlar o‘zgartiriladi; IP manzil, domen,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BIOS va disk sozlamalariga tegilmaydi.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TEXNIK TOPSHIRIQNI TAHLIL QILISH VA KOMPYUTER NOMI HAMDA TARMOQ PROFILINI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Texnik topshiriqni o‘qish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IT-servis amaliyotida kompyuter «ko‘ngilga qarab» emas, buyurtmachi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bergan texnik topshiriq asosida sozlanadi. Topshiriqda odatda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 nomi, joylashuvi, tarmoq turi, ish vaqti va energiya tejash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talablari ko‘rsatiladi.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TEXNIK TOPSHIRIQNI TAHLIL QILISH VA KOMPYUTER NOMI HAMDA TARMOQ PROFILINI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nomini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→ Tizim → Haqida bo‘limini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«Ushbu kompyuterni qayta nomlash» tugmasini bosish.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Yangi nomni kiritish: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15 belgidan oshmasin, faqat lotin harflari,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raqamlar va chiziqcha, bo‘sh joysiz (masalan, KAB12-PC05).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«Keyingi» → «Hozir qayta yuklash» ni tanlash.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TEXNIK TOPSHIRIQNI TAHLIL QILISH VA KOMPYUTER NOMI HAMDA TARMOQ PROFILINI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profilini tanlash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Sozlamalar → Tarmoq va Internet → Ethernet (yoki Wi-Fi → ulangan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tarmoq xossalari) bo‘limida «Tarmoq profili turi» bandidan Shaxsiy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Ommaviy tanlanadi.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UPDATE, QUVVAT REJIMI, WINDOWS XAVFSIZLIGI VA TIZIM HIMOYASINI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Update va faol soatlar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Sozlamalar → Windows Update bo‘limida avval «Yangilanishlarni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tekshirish» bosiladi.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UPDATE, QUVVAT REJIMI, WINDOWS XAVFSIZLIGI VA TIZIM HIMOYASINI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Quvvat va uyqu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→ Tizim → Quvvat (noutbukda «Quvvat va batareya»)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bo‘limini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«Ekran va uyqu» bandida ekran o‘chish vaqtini (masalan, 15 daqiqa)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belgilash.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Uyqu rejimiga o‘tish vaqtini (masalan, 30 daqiqa) belgilash.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Noutbukda elektrga ulangan va batareyada ishlash holatlari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alohida qiymatlarni sozlash.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UPDATE, QUVVAT REJIMI, WINDOWS XAVFSIZLIGI VA TIZIM HIMOYASINI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xavfsizligini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Sozlamalar → Maxfiylik va xavfsizlik → Windows xavfsizligi →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«Windows xavfsizligini ochish» orqali himoya holati ko‘riladi.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UPDATE, QUVVAT REJIMI, WINDOWS XAVFSIZLIGI VA TIZIM HIMOYASINI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Tiklash nuqtasini yaratish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«Win + R» → sysdm.cpl → «Tizim himoyasi» yorlig‘ini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C: diskini tanlab, «Sozlash» → «Tizim himoyasini yoqish» ni belgilash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disk hajmidan 5–10 % joy ajratish.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«Yaratish» tugmasini bosib, nuqtaga «Boshlang‘ich sozlash» nomini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«Tiklash nuqtasi muvaffaqiyatli yaratildi» xabarini kutish.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O‘QUV XONASI KOMPYUTERINI TEXNIK TOPSHIRIQ BO‘YICHA ISHGA TAYYORLASH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Sozlamalar to‘g‘ri bajarilganini grafik oynalardan tashqari buyruqlar orqali ham tekshirish mumkin.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 usul tez va ishonchli, IT-servis xodimlari undan kundalik ishda foydalanadi.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5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53"/>
                <a:gridCol w="4768291"/>
                <a:gridCol w="4334810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Tekshiruv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Buyruq yoki yo‘l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Kompyuter nomi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Buyruq qatorida: hostname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Topshiriqdagi nom (KAB12-PC05)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Tarmoq ulanishi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ipconfig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Adapterda IPv4 manzil 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Tarmoq profili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PowerShell: Get-NetConnectionProfile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NetworkCategory: Private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Tiklash nuqtasi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sysdm.cpl → Tizim himoyasi → Tizimni tiklash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«Boshlang‘ich sozlash» nuqtasi ro‘yxatda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Quvvat rejimi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Quvvat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Ekran va uyqu vaqtlari topshiriqqa 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O‘QUV XONASI KOMPYUTERINI TEXNIK TOPSHIRIQ BO‘YICHA ISHGA TAYYORLASH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4310620"/>
                <a:gridCol w="373587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nom ko‘rinmayapti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qayta yuklanmagan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Qayta yuklab, hostname bilan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Nom qabul qilinmadi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joy, kirill harfi yoki 15 belgidan uzun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Qoidaga mos qisqa nom berish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printeri ko‘rinmaydi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 «Ommaviy» qolgan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Profilni «Shaxsiy» ga o‘zgartirish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«Yaratish» tugmasi faol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himoyasi o‘chiq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C: uchun himoyani yoqish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O‘QUV XONASI KOMPYUTERINI TEXNIK TOPSHIRIQ BO‘YICHA ISHGA TAYYORLASH VA…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yakunlash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O‘quvchi nazorat ro‘yxatidagi har bir bandni belgilaydi va natijani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«buyurtmachi» rolidagi sherigiga topshiradi. Sherik topshiriq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kartochkasi bo‘yicha har bir sozlamani tekshirib, qabul qiladi yoki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kamchilikni ko‘rsatadi.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o‘quvchi texnik topshiriq kartochkasini oladi (masalan: «Kabinet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12, 5-kompyuter; tarmoq — shaxsiy; dars vaqti 08:00–17:00;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nomi qanday talablarga javob berishi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xonasi tarmog‘i uchun qaysi tarmoq profili tanlanadi va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Update dagi «faol soatlar»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Tiklash nuqtasi qanday yaratiladi va u qachon foydali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to‘g‘ri bajarilganini qaysi buyruqlar bilan tekshirish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16 / 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23-mavzu. Operatsion tizimning boshlang‘ich parametrlarini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