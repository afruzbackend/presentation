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15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Task Manager va tizim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boshqaruv vositalari bilan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ishlash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Task manager oynasi tuzilishi: jarayonlar va unumdorlik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ko‘rsatkichlari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Avtoyuklanish, javob bermayotgan dasturlarni yopish va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resource monitor, msinfo32 vositalari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kompyuter yuklamasini tahlil qilib,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avtoyuklanishni optimallashtirish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Task Manager,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Resource Monitor va System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Information vositalari yordamida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kompyuter yuklamasini kuzatish,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javob bermayotgan dasturlarni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yopish va avtoyuklanishni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boshqarish bo‘yicha amaliy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Task Manager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orqali resurslar yuklamasini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tahlil qiladilar, osilib qolgan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dasturni xavfsiz yopadilar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keraksiz avtoyuklanuvchi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dasturlarni o‘chira 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TASK MANAGER OYNASI TUZILISHI: JARAYONLAR VA UNUMDORLIK KO‘RSATKICHLARI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Kerakli jihozlar va xavfsizlik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Mashg‘ulot uchun Windows 10 yoki 11 o‘rnatilgan kompyuter,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foydalanuvchi hisobi va natijalarni yozish varag‘i kerak.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TASK MANAGER OYNASI TUZILISHI: JARAYONLAR VA UNUMDORLIK KO‘RSATKICHLARI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Task Manager’ni ochish usullari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Agar oyna kichik ko‘rinishda ochilsa, «More details» (Batafsil)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tugmasini bosing. Windows 11 da bo‘limlar oynaning chap tomonidagi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menyuda joylashgan.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Ctrl + Shift + Esc: </a:t>
            </a:r>
            <a:r>
              <a:rPr sz="2600" b="0">
                <a:solidFill>
                  <a:srgbClr val="1B2A4A"/>
                </a:solidFill>
                <a:latin typeface="Segoe UI"/>
              </a:rPr>
              <a:t>eng tez usul, to‘g‘ridan-to‘g‘ri ochiladi.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90236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5259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Ctrl + Alt + Delete: </a:t>
            </a:r>
            <a:r>
              <a:rPr sz="2600" b="0">
                <a:solidFill>
                  <a:srgbClr val="1B2A4A"/>
                </a:solidFill>
                <a:latin typeface="Segoe UI"/>
              </a:rPr>
              <a:t>→ «Task Manager» bandi.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7132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32155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Win + X: </a:t>
            </a:r>
            <a:r>
              <a:rPr sz="2600" b="0">
                <a:solidFill>
                  <a:srgbClr val="1B2A4A"/>
                </a:solidFill>
                <a:latin typeface="Segoe UI"/>
              </a:rPr>
              <a:t>menyusi → «Task Manager».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04028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89051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Win + R: </a:t>
            </a:r>
            <a:r>
              <a:rPr sz="2600" b="0">
                <a:solidFill>
                  <a:srgbClr val="1B2A4A"/>
                </a:solidFill>
                <a:latin typeface="Segoe UI"/>
              </a:rPr>
              <a:t>→ taskmgr → Enter.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TASK MANAGER OYNASI TUZILISHI: JARAYONLAR VA UNUMDORLIK KO‘RSATKICHLARI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bo‘limlar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9669"/>
                <a:gridCol w="909898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Bo‘lim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Nimani ko‘rsatadi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Processes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Ochiq ilovalar, fon va Windows jarayonlari hamda ularning CPU…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Performance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Protsessor, xotira, disk, tarmoq va videokarta yuklamasi grafiklari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App history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Ilovalarning ma’lum vaqt ichida sarflagan resurslari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Startup apps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Windows bilan birga ishga tushadigan dasturlar va ularning ta’siri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Users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Tizimga kirgan foydalanuvchilar va ularning resurs sarfi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AVTOYUKLANISH, JAVOB BERMAYOTGAN DASTURLARNI YOPISH VA RESOURCE MONITOR, MSINFO32…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Javob bermayotgan dasturni yopish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Processes bo‘limida «Not responding» (Javob bermayapti) yozuvli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ilovani toping.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Unga sichqonchaning o‘ng tugmasi bilan bosing va «End task»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(Vazifani tugatish) ni tanlang.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Agar ish stoli va panel qotib qolgan bo‘lsa, «Windows Explorer»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jarayonini tanlab, «Restart» tugmasini bosing — Explorer qayta ishga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tushadi.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519243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504266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Jarayon qayta-qayta osilsa, uni yangilash yoki qayta o‘rnatish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zarurligini qayd eting.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AVTOYUKLANISH, JAVOB BERMAYOTGAN DASTURLARNI YOPISH VA RESOURCE MONITOR, MSINFO32…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Performance bo‘limidan ma’lumot olish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Performance bo‘limida CPU sahifasi protsessor modeli, bazaviy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chastota, yadro (Cores) va mantiqiy protsessorlar (Logical processors)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soni, tizim ishlagan vaqt (Up time) ni ko‘rsatadi.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AVTOYUKLANISH, JAVOB BERMAYOTGAN DASTURLARNI YOPISH VA RESOURCE MONITOR, MSINFO32…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Avtoyuklanishni boshqarish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89865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871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Dasturni avtoyuklanishdan o‘chirish uni kompyuterdan o‘chirmaydi — u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faqat Windows bilan birga o‘zi ishga tushmaydi.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0585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7182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Startup apps bo‘limini oching va «Startup impact» ustuni bo‘yicha saralang.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4229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8274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«High» ta’sirli dasturlar ro‘yxatini ko‘rib chiqing (masalan, messenjerlar, o‘yin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platformalari, yangilovchi dasturlar).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26889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34866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Keraksiz dasturga o‘ng tugma bilan bosib «Disable» ni tanlang. Antivirus va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drayver panellarini o‘chirmang.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19548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061458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Kompyuterni qayta yuklab, yuklanish tezligi o‘zgarganini kuzating.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KOMPYUTER YUKLAMASINI TAHLIL QILIB, AVTOYUKLANISHNI OPTIMALLASHTIRISH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Qo‘shimcha vositalar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Resource Monitor: </a:t>
            </a:r>
            <a:r>
              <a:rPr sz="2600" b="0">
                <a:solidFill>
                  <a:srgbClr val="1B2A4A"/>
                </a:solidFill>
                <a:latin typeface="Segoe UI"/>
              </a:rPr>
              <a:t>(Win + R → resmon): qaysi jarayon qaysi faylni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o‘qiyotgani, qaysi tarmoq manziliga ulanayotganini batafsil ko‘rsatadi.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System Information: </a:t>
            </a:r>
            <a:r>
              <a:rPr sz="2600" b="0">
                <a:solidFill>
                  <a:srgbClr val="1B2A4A"/>
                </a:solidFill>
                <a:latin typeface="Segoe UI"/>
              </a:rPr>
              <a:t>(Win + R → msinfo32): OT versiyasi, BIOS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versiyasi va rejimi (UEFI yoki Legacy), protsessor, xotira hajmi haqida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yig‘ma ma’lumot.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20081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05104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Performance Monitor: </a:t>
            </a:r>
            <a:r>
              <a:rPr sz="2600" b="0">
                <a:solidFill>
                  <a:srgbClr val="1B2A4A"/>
                </a:solidFill>
                <a:latin typeface="Segoe UI"/>
              </a:rPr>
              <a:t>(perfmon): ko‘rsatkichlarni uzoq vaqt kuzatish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va hisobot tuzish.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KOMPYUTER YUKLAMASINI TAHLIL QILIB, AVTOYUKLANISHNI OPTIMALLASHTIRISH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Natijani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Mashq to‘g‘ri bajarilganini quyidagicha tekshiring: qayd varag‘idagi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protsessor va xotira ma’lumotlari msinfo32 dagi ma’lumotlar bilan mos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kelishi kerak; o‘chirilgan dasturlar Startup apps ro‘yxatida «Disabled»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holatida ko‘rinishi kerak;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KOMPYUTER YUKLAMASINI TAHLIL QILIB, AVTOYUKLANISHNI OPTIMALLASHTIRISH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 va ularni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3" cy="3629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674"/>
                <a:gridCol w="2392721"/>
                <a:gridCol w="470825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Oqibati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svchost.exe yoki boshqa tizim jarayoni yopildi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Tizim qotdi yoki qayta yuklandi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Kompyuterni qayta yuklash, tizim jarayonlariga tegmaslik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Antivirus avtoyuklanishdan o‘chirildi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Himoya kechikib ishga tushadi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Startup apps da qayta «Enable» qilish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Saqlanmagan hujjatli ilovaga «End task» berildi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Ma’lumot yo‘qoldi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Avval bir necha daqiqa kutish, avtosaqlash nusxasini qidirish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Details bo‘limida ustuvorlik «Realtime» qilindi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Boshqa jarayonlar sekinlashdi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Ustuvorlikni «Normal» ga qaytarish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Performance Monitor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(perfmon): ko‘rsatkichlarni uzoq vaqt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kuzatish va hisobot tuzish.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Resource Monitor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(Win + R → resmon): qaysi jarayon qaysi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faylni o‘qiyotgani, qaysi tarmoq manziliga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ulanayotganini batafsil ko‘rsatadi.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System Information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130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(Win + R → msinfo32): OT versiyasi, BIOS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versiyasi va rejimi (UEFI yoki Legacy),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protsessor, xotira hajmi haqida yig‘ma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ma’lumot.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Task Manager’ni ochishning qanday usullarini bilasiz?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«Not responding» holatidagi dasturni qanday yopish mumkin?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tizim jarayonlarini majburan yopish xavfli?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Startup apps bo‘limida «Startup impact» ustuni nimani bildiradi?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Resource Monitor va msinfo32 vositalari qanday ma’lumot beradi?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15 / 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26-mavzu. Task Manager va tizim boshqaruv vositalari bilan ishlash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