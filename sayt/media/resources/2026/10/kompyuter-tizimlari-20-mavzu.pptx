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Operatsion tizimni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o‘rnatishga tayyorgarlik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ko‘rish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Kompyuterning windows 11 talablariga mosligini tekshirish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Ma’lumotlarni zaxiralash va o‘rnatish fleshkasini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tayyorlash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kompyuterni o‘rnatishga tayyorlash va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yuklanish tartibini sozlash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operatsion tizimni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o‘rnatishdan oldin kompyuter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apparat talablarini tekshirish,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ma’lumotlarni zaxiralash,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o‘rnatish fleshkasini tayyorlash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BIOS/UEFI da yuklanish tartibini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sozlash bo‘yicha amaliy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Kompyuterning Windows 11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talablariga mosligini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aniqlaydilar, muhim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ma’lumotlarni zaxiralaydilar,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yuklanuvchi fleshka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tayyorlaydilar va yuklanish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menyusidan foydalana 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KOMPYUTERNING WINDOWS 11 TALABLARIGA MOSLIGINI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Nega tayyorgarlik muhim?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Operatsion tizimni o‘rnatish diskdagi ma’lumotlarni o‘chirib yuborishi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mumkin.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KOMPYUTERNING WINDOWS 11 TALABLARIGA MOSLIGINI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Windows 11 ning minimal talablari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Microsoft’ning bepul «PC Health Check» (Kompyuter sog‘ligini tekshirish) dasturi barcha talablarni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avtomatik tekshirib, kompyuter Windows 11 ga mos yoki mos emasligini ko‘rsatadi.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443"/>
                <a:gridCol w="5270216"/>
                <a:gridCol w="4234995"/>
              </a:tblGrid>
              <a:tr h="4368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4EBDD"/>
                          </a:solidFill>
                          <a:latin typeface="Segoe UI"/>
                        </a:rPr>
                        <a:t>Komponent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4EBDD"/>
                          </a:solidFill>
                          <a:latin typeface="Segoe UI"/>
                        </a:rPr>
                        <a:t>Minimal talab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4EBDD"/>
                          </a:solidFill>
                          <a:latin typeface="Segoe UI"/>
                        </a:rPr>
                        <a:t>Qanday tekshiriladi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Protsessor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1 GHz, kamida 2 yadroli, 64 bitli, mos ro‘yxatdagi model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Win + R → msinfo32 → Protsessor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690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Tezkor xotira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4 GB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Sozlamalar → Tizim → Haqida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Disk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64 GB va undan ko‘p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Fayl boshqaruvchisi → Bu kompyuter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690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Tizim dasturi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UEFI, Xavfsiz yuklash (Secure Boot) imkoniyati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msinfo32 → BIOS rejimi: UEFI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6908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TPM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Ishonchli platforma moduli 2.0 versiya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A"/>
                          </a:solidFill>
                          <a:latin typeface="Segoe UI"/>
                        </a:rPr>
                        <a:t>Win + R → tpm.msc → Spetsifikatsiya versiyasi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KOMPYUTERNING WINDOWS 11 TALABLARIGA MOSLIGINI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Kerakli jihozlar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Kamida 8 GB hajmli bo‘sh USB-fleshka (undagi barcha ma’lumotlar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o‘chiriladi).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Zaxira nusxa uchun tashqi disk yoki tarmoqdagi papka.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Internetga ulangan ishchi kompyuter (o‘rnatish vositasini yuklash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uchun).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Windows litsenziya kaliti yoki raqamli litsenziya haqida ma’lumot.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MA’LUMOTLARNI ZAXIRALASH VA O‘RNATISH FLESHKASINI TAYYORLASH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Ma’lumotlarni zaxiralash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O‘rnatishdan oldin foydalanuvchining muhim ma’lumotlari — Ish stoli,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Hujjatlar, Rasmlar, Yuklanmalar papkalari, brauzer xatcho‘plari, pochta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arxivi — tashqi diskka ko‘chiriladi.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MA’LUMOTLARNI ZAXIRALASH VA O‘RNATISH FLESHKASINI TAYYORLASH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Disk bo‘limlari va uslubini aniqlash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Win + X → «Disk boshqaruvi» (diskmgmt.msc) oynasida disk bo‘limlari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ko‘rinadi. Disk raqamini o‘ng tugma bilan bosib → Xossalar → Hajmlar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yorlig‘ida bo‘limlar uslubi ko‘rsatiladi: GPT (UEFI tizimlar uchun,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zamonaviy) yoki MBR (eski BIOS tizimlar uchun).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MA’LUMOTLARNI ZAXIRALASH VA O‘RNATISH FLESHKASINI TAYYORLASH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O‘rnatish fleshkasini tayyorlash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6343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Ishchi kompyuterda Microsoft rasmiy saytining Windows 11 yuklab olish sahifasidan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«Media Creation Tool» vositasini yuklab olish.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2500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0672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Vositani administrator huquqi bilan ishga tushirib, litsenziya shartlarini qabul qilish.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12893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010662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Til (masalan, English yoki rus tili emas, kerakli interfeys tili) va nashrni tanlash —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odatda «Tavsiya etilgan parametrlar» qoldiriladi.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9050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72230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«USB flesh-qurilma» variantini tanlab, ro‘yxatdan kerakli fleshkani belgilash.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49444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7616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Yuklab olish va yozish tugashini kutish (Internet tezligiga qarab 20–60 daqiqa).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99837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880102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Tayyor fleshkani Fayl boshqaruvchisida ochib, unda setup.exe fayli va sources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papkasi borligini tekshirish.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KOMPYUTERNI O‘RNATISHGA TAYYORLASH VA YUKLANISH TARTIBINI SOZLASH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Yuklanish menyusi va BIOS/UEFI sozlamalari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Kompyuterni fleshkadan yuklash uchun ikki yo‘l bor: bir martalik yuklanish menyusi (Boot Menu)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yoki BIOS/UEFI sozlamalarida yuklanish tartibini o‘zgartirish. Birinchi usul xavfsizroq, chunki doimiy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sozlamalar o‘zgarmaydi.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2254"/>
                <a:gridCol w="3427209"/>
                <a:gridCol w="312919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Ishlab chiqaruvchi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Yuklanish menyusi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BIOS/UEFI sozlamalari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ASUS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F8 yoki Esc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Del yoki F2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Gigabyte, MSI (ona platalar)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F12 / F11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Del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Lenovo noutbuklari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F12 (yoki Novo tugmasi)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HP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F9 (Esc orqali menyu)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F10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Dell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F12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KOMPYUTERNI O‘RNATISHGA TAYYORLASH VA YUKLANISH TARTIBINI SOZLASH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ularni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3771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0073"/>
                <a:gridCol w="3301124"/>
                <a:gridCol w="4067457"/>
              </a:tblGrid>
              <a:tr h="468629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Muammo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Sabab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104013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Fleshka yuklanish menyusida ko‘rinmaydi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Fleshka USB 3.x portda tanilmadi yoki noto‘g‘ri yozilgan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Boshqa portga ulash, fleshkani qayta tayyorlash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«Bu kompyuter Windows 11 ni ishga tushira olmaydi» xabari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TPM yoki Secure Boot o‘chirilgan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UEFI sozlamalarida TPM (Intel PTT, AMD fTPM) va Secure Boot ni yoqish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Fleshkadan yuklanish boshlanmaydi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BIOS Legacy (CSM) rejimida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UEFI rejimini tanlash, CSM ni o‘chirish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O‘rnatishdan keyin Internet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Tarmoq drayveri oldindan saqlanmagan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Drayverni avvaldan alohida fleshkaga yuklab qo‘yish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Windows 11 ning protsessor, xotira va disk bo‘yicha minimal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talablari qanday?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7622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7622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947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865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TPM versiyasi va BIOS rejimi qaysi vositalar orqali aniqlanadi?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O‘rnatishdan oldin qaysi ma’lumotlar zaxiralanishi kerak?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GPT va MBR bo‘limlar uslubi qanday farqlanadi?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Yuklanish menyusi va BIOS/UEFI da yuklanish tartibini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o‘zgartirishning farqi nimada?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20-mavzu. Operatsion tizimni o‘rnatishga tayyorgarlik ko‘rish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