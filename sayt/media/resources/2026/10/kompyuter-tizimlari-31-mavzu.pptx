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 tizimidagi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boshlang‘ich nosozliklar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ularning belgilari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Nosozlik tushunchasi va kompyuter nosozliklarining tasnifi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Yoqilish va yuklanish bosqichidagi nosozliklar belgilari: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quvvat, post, ovozli signallar, ekran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jarayonidagi nosozliklar belgilari: qotib qolish, bsod,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qizib ketish, shovqin va sekinlashish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tizimidagi boshlang‘ich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nosozliklarning turlari, ularning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tashqi belgilari va ehtimoliy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sabablari haqida nazariy bilim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nosozliklarni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apparat va dasturiy turlarga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ajratadilar, tashqi belgilarga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qarab ehtimoliy sababni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taxmin qiladilar va nosozlik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belgilarini to‘g‘ri tavsiflay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NOSOZLIK TUSHUNCHASI VA KOMPYUTER NOSOZLIKLARINING TASNIFI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Nosozlik, belgi va sabab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Nosozlik — kompyuter yoki uning qismi o‘z vazifasini to‘liq yoki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qisman bajara olmaydigan holat. Foydalanuvchi odatda nosozlikning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o‘zini emas, balki uning belgisini ko‘radi: «kompyuter yoqilmayapti»,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«ekran ko‘k bo‘lib qoldi», «juda sekin ishlayapti».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NOSOZLIK TUSHUNCHASI VA KOMPYUTER NOSOZLIKLARINING TASNIFI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Nosozliklar tasnifi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132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Boshlang‘ich nosozliklar deb maxsus asbob-uskunasiz, tashqi belgilar va oddiy tekshiruvlar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orqali aniqlanadigan nosozliklarga aytiladi. Aynan ular IT-servisga keladigan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murojaatlarning katta qismini tashkil etadi.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8898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86456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Apparat nosozliklari: </a:t>
            </a:r>
            <a:r>
              <a:rPr sz="2000" b="0">
                <a:solidFill>
                  <a:srgbClr val="1B2A4A"/>
                </a:solidFill>
                <a:latin typeface="Segoe UI"/>
              </a:rPr>
              <a:t>qurilmaning jismoniy shikastlanishi yoki eskirishi (quvvat bloki, disk,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xotira, ventilyator, kabel).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8552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83000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Dasturiy nosozliklar: </a:t>
            </a:r>
            <a:r>
              <a:rPr sz="2000" b="0">
                <a:solidFill>
                  <a:srgbClr val="1B2A4A"/>
                </a:solidFill>
                <a:latin typeface="Segoe UI"/>
              </a:rPr>
              <a:t>OT fayllarining shikastlanishi, mos kelmagan drayver, zararli dastur,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noto‘g‘ri sozlama.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8207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79544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Tashqi omillar: </a:t>
            </a:r>
            <a:r>
              <a:rPr sz="2000" b="0">
                <a:solidFill>
                  <a:srgbClr val="1B2A4A"/>
                </a:solidFill>
                <a:latin typeface="Segoe UI"/>
              </a:rPr>
              <a:t>elektr tarmog‘idagi kuchlanish o‘zgarishi, chang, namlik, yuqori harorat,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foydalanuvchi xatosi.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7861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76088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Doimiy va vaqti-vaqti bilan yuz beruvchi: </a:t>
            </a:r>
            <a:r>
              <a:rPr sz="2000" b="0">
                <a:solidFill>
                  <a:srgbClr val="1B2A4A"/>
                </a:solidFill>
                <a:latin typeface="Segoe UI"/>
              </a:rPr>
              <a:t>doimiy nosozlikni aniqlash oson; vaqti-vaqti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bilan paydo bo‘ladigan nosozlik (masalan, bo‘sh kontakt) eng qiyin hisoblanadi.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YOQILISH VA YUKLANISH BOSQICHIDAGI NOSOZLIKLAR BELGILARI: QUVVAT, POST, OVOZLI…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Yoqilish bosqichidagi belgilar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Quvvat tugmasi bosilgandan keyin kompyuterda indikatorlar yonishi,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ventilyatorlar aylanishi kerak. Hech qanday reaksiya bo‘lmasa, avvalo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quvvat zanjiri — rozetka, uzatgich, kabel, quvvat blokidagi kalit, quvvat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bloki — shubha ostiga olinadi.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YOQILISH VA YUKLANISH BOSQICHIDAGI NOSOZLIKLAR BELGILARI: QUVVAT, POST, OVOZLI…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POST va ovozli signallar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POST (Power-On Self-Test) — kompyuter yoqilganda BIOS/UEFI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bajaradigan o‘z-o‘zini tekshirish jarayoni. U protsessor, xotira,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videoadapter va boshqa asosiy qurilmalarni tekshiradi.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YOQILISH VA YUKLANISH BOSQICHIDAGI NOSOZLIKLAR BELGILARI: QUVVAT, POST, OVOZLI…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Yuklanish bosqichidagi belgilar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6073"/>
                <a:gridCol w="599258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Ehtimoliy sabab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«No bootable device» yoki «Boot device not found»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 ko‘rinmayapti, kabel uzilgan, yuklanish tartibi noto‘g‘ri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logotipida cheksiz aylanish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 fayllari shikastlangan, yangilanish chala o‘rnatilgan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safar sana va vaqt noto‘g‘ri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CMOS batareyasi (CR2032) quvvati tugagan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«Automatic Repair» oynasi qayta-qayta chiqadi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Yuklovchi yoki tizim fayllari buzilgan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ISH JARAYONIDAGI NOSOZLIKLAR BELGILARI: QOTIB QOLISH, BSOD, QIZIB KETISH, SHOVQIN VA…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jarayonidagi nosozlik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3981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BSOD («ko‘k ekran»): </a:t>
            </a:r>
            <a:r>
              <a:rPr sz="1900" b="0">
                <a:solidFill>
                  <a:srgbClr val="1B2A4A"/>
                </a:solidFill>
                <a:latin typeface="Segoe UI"/>
              </a:rPr>
              <a:t>Windows jiddiy xatoga duch kelib, ishni to‘xtatadi. Ekranda xato kodi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(masalan, MEMORY_MANAGEMENT, CRITICAL_PROCESS_DIED) va QR-kod chiqadi.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0384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091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Qotib qolish: </a:t>
            </a:r>
            <a:r>
              <a:rPr sz="1900" b="0">
                <a:solidFill>
                  <a:srgbClr val="1B2A4A"/>
                </a:solidFill>
                <a:latin typeface="Segoe UI"/>
              </a:rPr>
              <a:t>sichqoncha va klaviatura javob bermaydi; sababi qizib ketish, xotira yetishmasligi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yoki dasturiy xato bo‘lishi mumkin.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6787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73222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O‘z-o‘zidan o‘chib qolish yoki qayta yuklanish: </a:t>
            </a:r>
            <a:r>
              <a:rPr sz="1900" b="0">
                <a:solidFill>
                  <a:srgbClr val="1B2A4A"/>
                </a:solidFill>
                <a:latin typeface="Segoe UI"/>
              </a:rPr>
              <a:t>odatda qizib ketish yoki quvvat bloki nosozligi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belgisi.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3190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37254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Sekinlashish: </a:t>
            </a:r>
            <a:r>
              <a:rPr sz="1900" b="0">
                <a:solidFill>
                  <a:srgbClr val="1B2A4A"/>
                </a:solidFill>
                <a:latin typeface="Segoe UI"/>
              </a:rPr>
              <a:t>disk to‘lib qolgan, avtoyuklanishda ko‘p dastur, zararli dastur yoki HDD eskirgan.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8707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92422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Begona tovushlar: </a:t>
            </a:r>
            <a:r>
              <a:rPr sz="1900" b="0">
                <a:solidFill>
                  <a:srgbClr val="1B2A4A"/>
                </a:solidFill>
                <a:latin typeface="Segoe UI"/>
              </a:rPr>
              <a:t>ventilyatordan g‘uvillash — chang yoki podshipnik eskirgan; HDD dan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taqillash — diskning jismoniy shikastlanishi, ma’lumotlarni zudlik bilan…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5110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56454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Ekrandagi artefaktlar: </a:t>
            </a:r>
            <a:r>
              <a:rPr sz="1900" b="0">
                <a:solidFill>
                  <a:srgbClr val="1B2A4A"/>
                </a:solidFill>
                <a:latin typeface="Segoe UI"/>
              </a:rPr>
              <a:t>rangli chiziqlar, kvadratchalar — videokarta yoki monitor kabeli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muammosi.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ISH JARAYONIDAGI NOSOZLIKLAR BELGILARI: QOTIB QOLISH, BSOD, QIZIB KETISH, SHOVQIN VA…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Xavfli belgilar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Ayrim belgilar kompyuterni darhol o‘chirishni talab qiladi: kuygan hid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yoki tutun, uchqun, korpusga tekkanda tok sezilishi, quvvat blokidan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chirsillagan ovoz.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ISH JARAYONIDAGI NOSOZLIKLAR BELGILARI: QOTIB QOLISH, BSOD, QIZIB KETISH, SHOVQIN VA…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Belgilarni to‘g‘ri tavsiflash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230200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Mijoz yoki foydalanuvchidan belgini aniq so‘rab olish nosozlikni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topishning yarmi hisoblanadi: muammo qachondan boshlangan,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undan oldin nima o‘zgargan (yangi dastur, yangilanish, qurilma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ulanishi), muammo doimiymi yoki vaqti-vaqti bilan yuz beradimi,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qanday…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Apparat nosozliklari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93290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Qurilmaning jismoniy shikastlanishi yoki eskirishi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(quvvat bloki, disk, xotira, ventilyator, kabel).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BSOD («ko‘k ekran»)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Windows jiddiy xatoga duch kelib, ishni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to‘xtatadi.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Begona tovushlar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Ventilyatordan g‘uvillash — chang yoki podshipnik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eskirgan; HDD dan taqillash — diskning jismoniy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shikastlanishi, ma’lumotlarni zudlik bilan…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Dasturiy nosozliklar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OT fayllarining shikastlanishi, mos kelmagan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drayver, zararli dastur, noto‘g‘ri sozlama.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Nosozlik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Kompyuter yoki uning qismi o‘z vazifasini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to‘liq yoki qisman bajara olmaydigan holat.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Qotib qolish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Sichqoncha va klaviatura javob bermaydi; sababi qizib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ketish, xotira yetishmasligi yoki dasturiy xato bo‘lishi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mumkin.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Nosozlik belgisi va nosozlik sababi o‘rtasidagi farq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nosozliklari qanday turlarga ajratiladi?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POST nima va u xato topsa qanday xabar beradi?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BSOD qanday ko‘rinishga ega va uning eng ko‘p uchraydigan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sabablari qaysilar?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Qaysi belgilar paydo bo‘lganda kompyuterni darhol tarmoqdan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uzish kerak?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31-mavzu. Kompyuter tizimidagi boshlang‘ich nosozliklar va ularning belgilari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