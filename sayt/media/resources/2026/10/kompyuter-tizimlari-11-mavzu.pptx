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15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0E7C7B"/>
                </a:solidFill>
                <a:latin typeface="Georgia"/>
              </a:rPr>
              <a:t>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Amaliy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0E7C7B"/>
                </a:solidFill>
                <a:latin typeface="Segoe UI"/>
              </a:rPr>
              <a:t>KOMPYUTER TIZIMLARI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Qattiq disk, SSD va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boshqa xotira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qurilmalarini aniqlash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3467735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78777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17842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48970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11-MAVZU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189661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Xotira qurilmalarining turi, hajmi va ulanish interfeysini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windows vositalari orqali aniqlash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35965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Hdd, sata ssd, m.2 nvme va olinadigan xotira qurilmalarini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tashqi belgilari bo‘yicha farqlash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482269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Amaliy mashq: kompyuterdagi barcha xotira qurilmalari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ro‘yxatini tuzish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11-MAVZU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0E7C7B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O‘quvchilarga kompyuterdagi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qattiq disk, SSD va olinadigan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xotira qurilmalarining turi,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hajmi, interfeysi va holatini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dasturiy vositalar hamda tashqi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belgilari bo‘yicha aniqlash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ko‘nikmasini berish.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3046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sz="2500" b="0">
                <a:solidFill>
                  <a:srgbClr val="3A4560"/>
                </a:solidFill>
                <a:latin typeface="Segoe UI"/>
              </a:rPr>
              <a:t>Task Manager, Disk boshqaruvi,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Disklarni optimallashtirish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oynasi va PowerShell yordamida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xotira qurilmalarini aniqlaydilar,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HDD, SATA SSD va NVMe SSD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ni tashqi ko‘rinishidan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farqlaydilar.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1-REJA · XOTIRA QURILMALARINING TURI, HAJMI VA ULANISH INTERFEYSINI WINDOWS VOSITALARI ORQALI…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Kerakli jihozlar va xavfsizlik eslatmasi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Mashg‘ulotda faqat ma’lumot ko‘riladi. Disk boshqaruvi oynasida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bo‘limlarni o‘chirish, formatlash, harf o‘zgartirish kabi amallar qat’iyan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man etiladi — bitta noto‘g‘ri bosish ma’lumotlarning yo‘qolishiga olib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keladi.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1-REJA · XOTIRA QURILMALARINING TURI, HAJMI VA ULANISH INTERFEYSINI WINDOWS VOSITALARI ORQALI…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Windows vositalari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63435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1118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Task Manager → Unumdorlik → Disk 0, Disk 1: </a:t>
            </a:r>
            <a:r>
              <a:rPr sz="2200" b="0">
                <a:solidFill>
                  <a:srgbClr val="1B2A4A"/>
                </a:solidFill>
                <a:latin typeface="Segoe UI"/>
              </a:rPr>
              <a:t>yuqori o‘ng burchakda disk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modeli, pastda turi (Windows 11 da «SSD (NVMe)», «SSD» yoki «HDD»), hajmi va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qaysi bo‘limlar shu diskda joylashgani…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982635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864358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Disk boshqaruvi: </a:t>
            </a:r>
            <a:r>
              <a:rPr sz="2200" b="0">
                <a:solidFill>
                  <a:srgbClr val="1B2A4A"/>
                </a:solidFill>
                <a:latin typeface="Segoe UI"/>
              </a:rPr>
              <a:t>(«Win + X» → Disk boshqaruvi yoki «Win + R» → diskmgmt.msc):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fizik disklar (Disk 0, Disk 1) va ulardagi bo‘limlar (C:, D:, tiklash bo‘limi) grafik…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844203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725926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Disklarni optimallashtirish: </a:t>
            </a:r>
            <a:r>
              <a:rPr sz="2200" b="0">
                <a:solidFill>
                  <a:srgbClr val="1B2A4A"/>
                </a:solidFill>
                <a:latin typeface="Segoe UI"/>
              </a:rPr>
              <a:t>(«Win + R» → dfrgui): «Media turi» ustunida «Qattiq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jismli disk» yoki «Qattiq disk drayveri» yozuvi turadi.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705771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587494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PowerShell: </a:t>
            </a:r>
            <a:r>
              <a:rPr sz="2200" b="0">
                <a:solidFill>
                  <a:srgbClr val="1B2A4A"/>
                </a:solidFill>
                <a:latin typeface="Segoe UI"/>
              </a:rPr>
              <a:t>«Get-PhysicalDisk | Select FriendlyName, MediaType, BusType, Size»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— disk nomi, turi (SSD/HDD), shina turi (SATA, NVMe, USB) va hajmi.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1-REJA · XOTIRA QURILMALARINING TURI, HAJMI VA ULANISH INTERFEYSINI WINDOWS VOSITALARI ORQALI…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Fizik disk va mantiqiy bo‘lim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Bitta fizik disk bir necha bo‘limga (tomga) ajratilishi mumkin: masalan,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512 GB SSD da C: va D: bo‘limlari bo‘lsa, «Kompyuter» oynasida ikkita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disk ko‘rinadi, aslida esa qurilma bitta.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2-REJA · HDD, SATA SSD, M.2 NVME VA OLINADIGAN XOTIRA QURILMALARINI TASHQI BELGILARI BO‘YICHA…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Xotira qurilmalarini tashqi ko‘rinishidan farqlash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01422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M.2 qurilmalari yorlig‘ida 2280 kabi raqam bo‘ladi: birinchi ikki raqam — kenglik (22 mm), qolgani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— uzunlik (80 mm). Bu raqam ona platadagi M.2 slotiga qurilma sig‘ish-sig‘masligini aniqlashga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yordam beradi.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814828"/>
          <a:ext cx="10728654" cy="312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806"/>
                <a:gridCol w="4867630"/>
                <a:gridCol w="3576218"/>
              </a:tblGrid>
              <a:tr h="4368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4EBDD"/>
                          </a:solidFill>
                          <a:latin typeface="Segoe UI"/>
                        </a:rPr>
                        <a:t>Qurilma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4EBDD"/>
                          </a:solidFill>
                          <a:latin typeface="Segoe UI"/>
                        </a:rPr>
                        <a:t>Tashqi belgilari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4EBDD"/>
                          </a:solidFill>
                          <a:latin typeface="Segoe UI"/>
                        </a:rPr>
                        <a:t>Ulanish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</a:tr>
              <a:tr h="69088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B2A4A"/>
                          </a:solidFill>
                          <a:latin typeface="Segoe UI"/>
                        </a:rPr>
                        <a:t>3,5 dyumli HDD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B2A4A"/>
                          </a:solidFill>
                          <a:latin typeface="Segoe UI"/>
                        </a:rPr>
                        <a:t>Og‘ir metall korpus, kaftdek katta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B2A4A"/>
                          </a:solidFill>
                          <a:latin typeface="Segoe UI"/>
                        </a:rPr>
                        <a:t>SATA ma’lumot va SATA quvvat kabeli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69088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B2A4A"/>
                          </a:solidFill>
                          <a:latin typeface="Segoe UI"/>
                        </a:rPr>
                        <a:t>2,5 dyumli HDD yoki SSD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B2A4A"/>
                          </a:solidFill>
                          <a:latin typeface="Segoe UI"/>
                        </a:rPr>
                        <a:t>Yupqa, noutbuk diski o‘lchamida; SSD juda yengil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B2A4A"/>
                          </a:solidFill>
                          <a:latin typeface="Segoe UI"/>
                        </a:rPr>
                        <a:t>SATA ma’lumot va quvvat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3688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B2A4A"/>
                          </a:solidFill>
                          <a:latin typeface="Segoe UI"/>
                        </a:rPr>
                        <a:t>M.2 SATA SSD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B2A4A"/>
                          </a:solidFill>
                          <a:latin typeface="Segoe UI"/>
                        </a:rPr>
                        <a:t>Kichik plata, ulagichida ikkita o‘yiq (B+M kalit)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B2A4A"/>
                          </a:solidFill>
                          <a:latin typeface="Segoe UI"/>
                        </a:rPr>
                        <a:t>Ona platadagi M.2 sloti, SATA rejimi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3688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B2A4A"/>
                          </a:solidFill>
                          <a:latin typeface="Segoe UI"/>
                        </a:rPr>
                        <a:t>M.2 NVMe SSD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B2A4A"/>
                          </a:solidFill>
                          <a:latin typeface="Segoe UI"/>
                        </a:rPr>
                        <a:t>Kichik plata, ulagichida bitta o‘yiq (M kalit)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B2A4A"/>
                          </a:solidFill>
                          <a:latin typeface="Segoe UI"/>
                        </a:rPr>
                        <a:t>M.2 sloti, PCI Express shinasi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3688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B2A4A"/>
                          </a:solidFill>
                          <a:latin typeface="Segoe UI"/>
                        </a:rPr>
                        <a:t>USB fleshka, SD karta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B2A4A"/>
                          </a:solidFill>
                          <a:latin typeface="Segoe UI"/>
                        </a:rPr>
                        <a:t>Kichik, olinadigan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B2A4A"/>
                          </a:solidFill>
                          <a:latin typeface="Segoe UI"/>
                        </a:rPr>
                        <a:t>USB port yoki karta o‘quvchi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2-REJA · HDD, SATA SSD, M.2 NVME VA OLINADIGAN XOTIRA QURILMALARINI TASHQI BELGILARI BO‘YICHA…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Interfeys va tezlik farqi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Disk turi kompyuter tezligiga bevosita ta’sir qiladi. HDD ning odatiy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o‘qish tezligi taxminan 100–200 MB/s, SATA SSD niki — 550 MB/s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atrofida (SATA interfeysi chegarasi), NVMe SSD esa avlodiga qarab bir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necha ming MB/s gacha tezlikka erishadi.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2-REJA · HDD, SATA SSD, M.2 NVME VA OLINADIGAN XOTIRA QURILMALARINI TASHQI BELGILARI BO‘YICHA…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Olinadigan xotira qurilmalari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USB fleshka, tashqi disk va xotira kartalari Disk boshqaruvida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«Olinadigan» yoki «Tashqi» deb belgilanadi, PowerShell da esa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BusType qiymati «USB» bo‘ladi.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3-REJA · AMALIY MASHQ: KOMPYUTERDAGI BARCHA XOTIRA QURILMALARI RO‘YXATINI TUZISH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Amaliy mashq bosqichlari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79183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Task Manager → Unumdorlik bo‘limida barcha disklarni ko‘rib, model, tur va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hajmni yozish.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05775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571750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Disk boshqaruvi oynasini ochib, har bir fizik diskdagi bo‘limlar va ularning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hajmini yozish.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632367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498342"/>
            <a:ext cx="10729862" cy="435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dfrgui oynasida «Media turi» ustunini tekshirish.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168815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034790"/>
            <a:ext cx="10729862" cy="435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PowerShell da Get-PhysicalDisk buyrug‘ini bajarib, BusType qiymatini yozish.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705263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571238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USB fleshkani ulab, barcha vositalarda paydo bo‘lishini kuzatish va xavfsiz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chiqarish.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5631855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5497830"/>
            <a:ext cx="10729862" cy="435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Namunaviy qurilmalarni tashqi belgisiga qarab tasniflab, blankani to‘ldirish.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3-REJA · AMALIY MASHQ: KOMPYUTERDAGI BARCHA XOTIRA QURILMALARI RO‘YXATINI TUZISH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Natijani tekshirish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51892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491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Fizik disklar soni barcha vositalarda bir xil bo‘lishi kerak.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3-REJA · AMALIY MASHQ: KOMPYUTERDAGI BARCHA XOTIRA QURILMALARI RO‘YXATINI TUZISH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Tipik xatolar va ularni tuzatish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38684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AMALIY TOPSHIRIQ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187448"/>
          <a:ext cx="10728654" cy="36290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3441"/>
                <a:gridCol w="3413663"/>
                <a:gridCol w="4551550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Xato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Sabab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Tuzatish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C: va D: ikkita disk deb yozildi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Bo‘lim va fizik disk aralashtirildi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Disk boshqaruvida «Disk 0, Disk 1» ni sanash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M.2 SATA SSD «NVMe» deb aniqlandi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Faqat shakliga qarab xulosa qilindi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Ulagichdagi o‘yiqlar va BusType ni tekshirish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Disk hajmi «kamaygan» deb o‘ylandi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1000 va 1024 hisob tizimlari farqi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Hajmni ikki usulda hisoblab izohlash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Fleshka ro‘yxatda yo‘q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Port ishlamaydi yoki drayver o‘rnatilmagan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Boshqa portga ulash, Qurilmalar dispetcherini tekshirish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13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11-MAVZU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204307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208064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Disk boshqaruvi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222500"/>
            <a:ext cx="4936991" cy="130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(«Win + X» → Disk boshqaruvi yoki «Win +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R» → diskmgmt.msc): fizik disklar (Disk 0,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Disk 1) va ulardagi bo‘limlar (C:, D:, tiklash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bo‘limi) grafik…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55867" y="1645158"/>
            <a:ext cx="5204307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55867" y="1645158"/>
            <a:ext cx="73152" cy="208064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0187" y="180975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Disklarni optimallashtirish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0187" y="2222500"/>
            <a:ext cx="4936991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(«Win + R» → dfrgui): «Media turi» ustunida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«Qattiq jismli disk» yoki «Qattiq disk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drayveri» yozuvi turadi.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3954398"/>
            <a:ext cx="5204307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31520" y="3954398"/>
            <a:ext cx="73152" cy="208064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" y="411899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PowerShell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" y="4531740"/>
            <a:ext cx="4936991" cy="130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«Get-PhysicalDisk | Select FriendlyName,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MediaType, BusType, Size» — disk nomi,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turi (SSD/HDD), shina turi (SATA, NVMe,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USB) va hajmi.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14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11-MAVZU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04057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04057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36598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Kompyuterdagi disk SSD yoki HDD ekanini qaysi Windows vositalari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orqali aniqlash mumkin?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679417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679417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711958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620518"/>
            <a:ext cx="10206825" cy="441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Fizik disk va mantiqiy bo‘lim (tom) o‘rtasidagi farq nimada?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3258537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3258537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3291078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3199638"/>
            <a:ext cx="10206825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M.2 SATA va M.2 NVMe SSD ni tashqi ko‘rinishidan qanday farqlash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mumkin?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4233897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4233897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4266438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4174998"/>
            <a:ext cx="10206825" cy="441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Nima uchun 512 GB SSD Windows da kichikroq hajm bilan ko‘rinadi?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813017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813017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845558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754118"/>
            <a:ext cx="10206825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Olinadigan qurilmani kompyuterdan nima uchun «xavfsiz chiqarish»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kerak?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15 / 15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0E7C7B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11-mavzu. Qattiq disk, SSD va boshqa xotira qurilmalarini aniqlash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