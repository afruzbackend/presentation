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15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B07D1E"/>
                </a:solidFill>
                <a:latin typeface="Georgia"/>
              </a:rPr>
              <a:t>35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Aniqlangan boshlang‘ich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nosozliklarni bartaraf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etish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Bartaraf etishga tayyorgarlik va dasturiy nosozliklarni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tuzatish: drayver, avtoyuklanish, tiklash muhiti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Boshlang‘ich apparat nosozliklarni bartaraf etish: qayta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ulash, cmos batareyasini almashtirish, sovutishni tiklash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diagnostika kartasi asosida nosozlikni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bartaraf etish, natijani tekshirish va mijozga topshirish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063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2200" b="0">
                <a:solidFill>
                  <a:srgbClr val="3A4560"/>
                </a:solidFill>
                <a:latin typeface="Segoe UI"/>
              </a:rPr>
              <a:t>O‘quvchilarga oldingi</a:t>
            </a:r>
            <a:br/>
            <a:r>
              <a:rPr sz="2200" b="0">
                <a:solidFill>
                  <a:srgbClr val="3A4560"/>
                </a:solidFill>
                <a:latin typeface="Segoe UI"/>
              </a:rPr>
              <a:t>mashg‘ulotlarda aniqlangan</a:t>
            </a:r>
            <a:br/>
            <a:r>
              <a:rPr sz="2200" b="0">
                <a:solidFill>
                  <a:srgbClr val="3A4560"/>
                </a:solidFill>
                <a:latin typeface="Segoe UI"/>
              </a:rPr>
              <a:t>boshlang‘ich dasturiy va apparat</a:t>
            </a:r>
            <a:br/>
            <a:r>
              <a:rPr sz="2200" b="0">
                <a:solidFill>
                  <a:srgbClr val="3A4560"/>
                </a:solidFill>
                <a:latin typeface="Segoe UI"/>
              </a:rPr>
              <a:t>nosozliklarni belgilangan tartibda</a:t>
            </a:r>
            <a:br/>
            <a:r>
              <a:rPr sz="2200" b="0">
                <a:solidFill>
                  <a:srgbClr val="3A4560"/>
                </a:solidFill>
                <a:latin typeface="Segoe UI"/>
              </a:rPr>
              <a:t>xavfsiz bartaraf etish, kompyuterning</a:t>
            </a:r>
            <a:br/>
            <a:r>
              <a:rPr sz="2200" b="0">
                <a:solidFill>
                  <a:srgbClr val="3A4560"/>
                </a:solidFill>
                <a:latin typeface="Segoe UI"/>
              </a:rPr>
              <a:t>ishlash holatini tekshirish va</a:t>
            </a:r>
            <a:br/>
            <a:r>
              <a:rPr sz="2200" b="0">
                <a:solidFill>
                  <a:srgbClr val="3A4560"/>
                </a:solidFill>
                <a:latin typeface="Segoe UI"/>
              </a:rPr>
              <a:t>bajarilgan ishni rasmiylashtirish</a:t>
            </a:r>
            <a:br/>
            <a:r>
              <a:rPr sz="2200" b="0">
                <a:solidFill>
                  <a:srgbClr val="3A4560"/>
                </a:solidFill>
                <a:latin typeface="Segoe UI"/>
              </a:rPr>
              <a:t>ko‘nikmasini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 diagnostika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kartasidagi xulosaga mos tuzatish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usulini tanlaydilar, nosozlikni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mustaqil bartaraf etadilar,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kompyuterning to‘liq ishlashini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tekshiradilar va natijani baholab,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jurnalga yozadilar.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BARTARAF ETISHGA TAYYORGARLIK VA DASTURIY NOSOZLIKLARNI TUZATISH: DRAYVER…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Bartaraf etishdan oldin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Oldingi mashg‘ulotda har bir kompyuter uchun «Tur — sabab —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dalillar» xulosasi yozilgan edi. Endi shu xulosa asosida harakat rejasi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tuziladi.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BARTARAF ETISHGA TAYYORGARLIK VA DASTURIY NOSOZLIKLARNI TUZATISH: DRAYVER…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Dasturiy nosozliklarni tuzatish usullari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4335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744"/>
                <a:gridCol w="3690110"/>
                <a:gridCol w="4441799"/>
              </a:tblGrid>
              <a:tr h="4527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4EBDD"/>
                          </a:solidFill>
                          <a:latin typeface="Segoe UI"/>
                        </a:rPr>
                        <a:t>Aniqlangan sabab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4EBDD"/>
                          </a:solidFill>
                          <a:latin typeface="Segoe UI"/>
                        </a:rPr>
                        <a:t>Tuzatish usuli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4EBDD"/>
                          </a:solidFill>
                          <a:latin typeface="Segoe UI"/>
                        </a:rPr>
                        <a:t>Yo‘l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72263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Yangilangan drayver beqaror ishlaydi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Drayverni orqaga qaytarish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devmgmt.msc → qurilma → Xususiyatlar → Drayver → Orqaga qaytarish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2263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Drayver o‘rnatilmagan (Code 28)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Ishlab chiqaruvchi drayverini o‘rnatish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Sozlamalar → Windows Update → Qo‘shimcha parametrlar → Ixtiyoriy…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2263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Qurilma o‘chirib qo‘yilgan (Code 22)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Qurilmani yoqish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devmgmt.msc → qurilma → o‘ng tugma → Qurilmani yoqish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2263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Avtoyuklanishdagi dastur xato beradi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Avtoyuklanishdan olib tashlash yoki dasturni o‘chirish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Task Manager → Ishga tushirish; Sozlamalar → Ilovalar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992505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Muammo yangilanishdan keyin boshlangan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Yangilanishni o‘chirish yoki tiklash nuqtasiga qaytish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Windows Update → Yangilanishlar tarixi; rstrui.exe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BARTARAF ETISHGA TAYYORGARLIK VA DASTURIY NOSOZLIKLARNI TUZATISH: DRAYVER…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Windows yuklanmasa: tiklash muhiti (WinRE)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Windows ketma-ket ikki-uch marta muvaffaqiyatsiz yuklansa, tiklash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muhiti o‘zi ochiladi; aks holda u Windows o‘rnatish fleshkasidan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yuklanib, «Kompyuterni tiklash» orqali ochiladi.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BOSHLANG‘ICH APPARAT NOSOZLIKLARNI BARTARAF ETISH: QAYTA ULASH, CMOS BATAREYASINI…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Xavfsizlik eslatmasi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Korpus ichida ishlashdan oldin kompyuter o‘chiriladi, quvvat kabeli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ajratiladi va quvvat tugmasi 5–10 soniya bosib turiladi — bu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kondensatorlardagi qoldiq zaryadni kamaytiradi.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BOSHLANG‘ICH APPARAT NOSOZLIKLARNI BARTARAF ETISH: QAYTA ULASH, CMOS BATAREYASINI…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Boshlang‘ich apparat nosozliklarni bartaraf etish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Bo‘sh yoki oksidlangan ulanish: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kabel yoki xotira modulini chiqarib,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kontaktlarini ko‘zdan kechirish va qayta mahkam o‘rnatish;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Shikastlangan kabel: </a:t>
            </a:r>
            <a:r>
              <a:rPr sz="2600" b="0">
                <a:solidFill>
                  <a:srgbClr val="1B2A4A"/>
                </a:solidFill>
                <a:latin typeface="Segoe UI"/>
              </a:rPr>
              <a:t>SATA, quvvat yoki video kabelni aniq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ishlaydigani bilan almashtirish.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Qizib ketish: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radiator va ventilyatorni changdan tozalash, ventilyator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aylanishini tekshirish, korpus ventilyatsiya teshiklarini ochiq qoldirish.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76977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62000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Nosoz xotira moduli: </a:t>
            </a:r>
            <a:r>
              <a:rPr sz="2600" b="0">
                <a:solidFill>
                  <a:srgbClr val="1B2A4A"/>
                </a:solidFill>
                <a:latin typeface="Segoe UI"/>
              </a:rPr>
              <a:t>testda xato bergan modulni chiqarib olish va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sozini o‘rnatish; vaqtincha bitta sog' modul bilan ishlash mumkin.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BOSHLANG‘ICH APPARAT NOSOZLIKLARNI BARTARAF ETISH: QAYTA ULASH, CMOS BATAREYASINI…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CMOS batareyasini almashtirish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2123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184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Batareya almashtirilgach, UEFI sozlamalari zavod holatiga qaytgan bo‘lishi mumkin.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Shuning uchun yuklanish diski va, agar oldin yoqilgan bo‘lsa, xavfsiz yuklash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(Secure Boot) sozlamasi tekshiriladi.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10379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98551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Kompyuterni o‘chirib, tarmoqdan uzish va statik zaryadni tushirish.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60772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8945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Yon qopqoqni ochib, ona platadagi dumaloq CR2032 batareyasini topish.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11166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99338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Batareya qisqichini ehtiyotkorlik bilan surib, eski batareyani chiqarish (metall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otvertkani ona plata ustida ishlatmaslik).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97323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85495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Yangi batareyani «+» belgisi yuqoriga qaragan holda o‘rnatish.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47716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35889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Kompyuterni yig‘ib yoqish, UEFI da sana, vaqt va yuklanish tartibini qayta sozlash.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AMALIY MASHQ: DIAGNOSTIKA KARTASI ASOSIDA NOSOZLIKNI BARTARAF ETISH, NATIJANI…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Natijani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Nosozlik belgisi kuzatilgan amalni kamida ikki marta qaytadan bajarish.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Kompyuterni to‘liq o‘chirib-yoqish va Windows normal yuklanishiga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ishonch hosil qilish.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Qurilmalar dispetcherida sariq undov belgisi qolmaganini tekshirish.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2446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7469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Hodisalar jurnalida tuzatishdan keyin yangi kritik xato paydo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bo‘lmaganini ko‘rish.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91608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76631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Asosiy funksiyalarni — internet, ovoz, printer, USB — qisqa sinovdan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o‘tkazish.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AMALIY MASHQ: DIAGNOSTIKA KARTASI ASOSIDA NOSOZLIKNI BARTARAF ETISH, NATIJANI…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 va ularni tuzatish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3629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4936"/>
                <a:gridCol w="3195769"/>
                <a:gridCol w="334794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Oqibati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To‘g‘ri yo‘l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Tiklash nuqtasisiz drayver va sozlamalarni o‘zgartirish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Holat yomonlashsa, orqaga qaytib bo‘lmaydi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Avval tiklash nuqtasi yaratish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Darhol «Kompyuterni dastlabki holatga qaytarish»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Dasturlar va sozlamalar yo‘qoladi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Eng kam aralashuvli usuldan boshlash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Xotira modulini oxirigacha o‘rnatmaslik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Kompyuter yoqiladi, lekin tasvir chiqmaydi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Qisqichlar yopilguncha teng bosish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Batareya almashtirilgach UEFI ni sozlamaslik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Windows yuklanmaydi yoki vaqt noto‘g‘ri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Sana, vaqt va yuklanish tartibini tekshirish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AMALIY MASHQ: DIAGNOSTIKA KARTASI ASOSIDA NOSOZLIKNI BARTARAF ETISH, NATIJANI…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Mijozga topshirish va hujjatlashtirish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Rolli o‘yinda bir o‘quvchi — IT-servis xodimi, ikkinchisi — mijoz. Xodim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mijozga murakkab atamalarsiz tushuntiradi: nima buzilgan edi, nima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qilindi, endi nimaga e’tibor berish kerak (masalan, «ventilyatsiya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teshiklarini to‘sib qo‘ymang»).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77917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62940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AMALIY TOPSHIRIQ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34813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19836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Har bir juftlik 34-mavzuda to‘ldirilgan diagnostika kartasidagi xulosaga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ko‘ra harakat rejasini yozadi, tiklash nuqtasini yaratadi va nosozlikni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bartaraf etadi…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3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2000" b="1">
                <a:solidFill>
                  <a:srgbClr val="1B2A4A"/>
                </a:solidFill>
                <a:latin typeface="Georgia"/>
              </a:rPr>
              <a:t>Bo‘sh yoki oksidlangan ulanish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193290"/>
            <a:ext cx="4936991" cy="60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3A4560"/>
                </a:solidFill>
                <a:latin typeface="Segoe UI"/>
              </a:rPr>
              <a:t>Kabel yoki xotira modulini chiqarib, kontaktlarini</a:t>
            </a:r>
            <a:br/>
            <a:r>
              <a:rPr sz="1700" b="0">
                <a:solidFill>
                  <a:srgbClr val="3A4560"/>
                </a:solidFill>
                <a:latin typeface="Segoe UI"/>
              </a:rPr>
              <a:t>ko‘zdan kechirish va qayta mahkam o‘rnatish;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Nosoz xotira moduli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149475"/>
            <a:ext cx="4936991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Testda xato bergan modulni chiqarib olish va sozini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o‘rnatish; vaqtincha bitta sog' modul bilan ishlash mumkin.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Qizib ketish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688968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Radiator va ventilyatorni changdan tozalash, ventilyator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aylanishini tekshirish, korpus ventilyatsiya teshiklarini ochiq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qoldirish.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Rolli o‘yinda bir o‘quvchi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61994"/>
            <a:ext cx="4936991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IT-servis xodimi, ikkinchisi — mijoz.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Shikastlangan kabel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SATA, quvvat yoki video kabelni aniq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ishlaydigani bilan almashtirish.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Nosozlikni bartaraf etishdan oldin qanday tayyorgarlik ko‘riladi?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Drayverni orqaga qaytarish qayerda va qachon bajariladi?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Windows yuklanmasa, tiklash muhitida qaysi usullar qaysi tartibda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sinab ko‘riladi?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CMOS batareyasini almashtirgandan keyin nimalarni qayta sozlash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kerak?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50279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50279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50604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9522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Ish yakunlangandan keyin kompyuterning to‘liq ishlashi qanday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tekshiriladi?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35-mavzu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15 / 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B07D1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35-mavzu. Aniqlangan boshlang‘ich nosozliklarni bartaraf etish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