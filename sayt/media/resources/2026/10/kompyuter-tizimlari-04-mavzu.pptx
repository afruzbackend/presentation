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15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C2562D"/>
                </a:solidFill>
                <a:latin typeface="Georg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Kompyuterda axborot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xavfsizligi vositalaridan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foydalanish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xavfsizligi markazi va antivirus tekshiruvini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bajarish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 parolini, ekran qulfini va tizim yangilanishlarini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ish o‘rnining xavfsizlik holatini tekshirish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va hisobot tuzish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C2562D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400" b="0">
                <a:solidFill>
                  <a:srgbClr val="3A4560"/>
                </a:solidFill>
                <a:latin typeface="Segoe UI"/>
              </a:rPr>
              <a:t>O‘quvchilarga Windows 10/11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operatsion tizimining o‘rnatilgan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himoya vositalari — Microsoft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Defender antivirusi, tarmoqlararo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ekran, hisob parollari, ekran qulfi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va yangilanish markazidan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amalda foydalanish ko‘nikmasini</a:t>
            </a:r>
            <a:br/>
            <a:r>
              <a:rPr sz="24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Antivirus tekshiruvini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bajaradilar, tarmoqlararo ekran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holatini tekshiradilar, parol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ekran qulfini sozlaydilar hamda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yangilanishlar holatini aniqlay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WINDOWS XAVFSIZLIGI MARKAZI VA ANTIVIRUS TEKSHIRUVINI BAJARISH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 va 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Mashg‘ulot uchun Windows 10 yoki Windows 11 o‘rnatilgan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kompyuter va o‘quv flesh-xotirasi kerak. Texnikum kompyuterlarida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antivirus, tarmoqlararo ekran va yangilanishlarni o‘chirish taqiqlanadi.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WINDOWS XAVFSIZLIGI MARKAZI VA ANTIVIRUS TEKSHIRUVINI BAJARISH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 xavfsizligi oynasini ochish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31140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283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Oynaning bosh sahifasida har bir himoya bo‘limi yonida belgi ko‘rinadi: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yashil belgi — hammasi joyida, sariq — tavsiya bor, qizil — zudlik bilan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chora ko‘rish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21860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08457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Windows 11: </a:t>
            </a:r>
            <a:r>
              <a:rPr sz="2400" b="0">
                <a:solidFill>
                  <a:srgbClr val="1B2A4A"/>
                </a:solidFill>
                <a:latin typeface="Segoe UI"/>
              </a:rPr>
              <a:t>Sozlamalar → Maxfiylik va xavfsizlik → Windows xavfsizligi →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Windows xavfsizligini ochish.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14519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011168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Windows 10: </a:t>
            </a:r>
            <a:r>
              <a:rPr sz="2400" b="0">
                <a:solidFill>
                  <a:srgbClr val="1B2A4A"/>
                </a:solidFill>
                <a:latin typeface="Segoe UI"/>
              </a:rPr>
              <a:t>Sozlamalar → Yangilanish va xavfsizlik → Windows xavfsizligi.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68164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54761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Tezkor yo‘l: </a:t>
            </a:r>
            <a:r>
              <a:rPr sz="2400" b="0">
                <a:solidFill>
                  <a:srgbClr val="1B2A4A"/>
                </a:solidFill>
                <a:latin typeface="Segoe UI"/>
              </a:rPr>
              <a:t>vazifalar panelidagi qalqon belgisini bosish yoki Pusk qidiruviga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«Windows xavfsizligi» deb yozish.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1-REJA · WINDOWS XAVFSIZLIGI MARKAZI VA ANTIVIRUS TEKSHIRUVINI BAJARISH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Antivirus tekshiruvini bajarish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«Viruslar va tahdidlardan himoya» bo‘limini ochish.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«Tezkor tekshirish» tugmasini bosib, tekshiruv tugashini kutish.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«Tekshirish parametrlari» orqali «Maxsus tekshirish»ni tanlab, alohida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papkani tekshirish.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Flesh-xotirani ulab, «Bu kompyuter» oynasida uning ustida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sichqonchaning o‘ng tugmasini bosish va Microsoft Defender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tekshirish bandini tanlash…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33873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1889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Natijani «Himoya tarixi» bo‘limida ko‘rish.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HISOB PAROLINI, EKRAN QULFINI VA TIZIM YANGILANISHLARINI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Tarmoqlararo ekran (brandmauer)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«Brandmauer va tarmoq himoyasi» bo‘limida domen, xususiy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umumiy tarmoqlar uchun tarmoqlararo ekran yoqilganligi ko‘rinadi.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Faol tarmoq yonida «(faol)» yozuvi bo‘ladi. Barcha profillarda holat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«Yoniq» bo‘lishi kerak.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HISOB PAROLINI, EKRAN QULFINI VA TIZIM YANGILANISHLARINI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Parol va kirish parametrlari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Sozlamalar → Hisoblar → Kirish parametrlari bo‘limini ochish.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Parol, PIN-kod (Windows Hello) mavjudligini ko‘rish.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Parolni almashtirish uchun «Ctrl + Alt + Delete» → «Parolni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o‘zgartirish» bandidan foydalanish (faqat o‘z o‘quv hisobingizda va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o‘qituvchi ruxsati…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Kompyuterdan uzoqlashganda «Win + L» bilan ekranni qulflashni odat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2-REJA · HISOB PAROLINI, EKRAN QULFINI VA TIZIM YANGILANISHLARINI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Yangilanishlar holati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 11 da Sozlamalar → Windows Update, Windows 10 da Sozlamalar → Yangilanish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xavfsizlik → Windows Update bo‘limi ochiladi. U yerda oxirgi tekshiruv sanasi va o‘rnatilmagan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yangilanishlar ro‘yxati ko‘rinadi.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721"/>
                <a:gridCol w="3822854"/>
                <a:gridCol w="468607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holat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Viruslar va tahdidlardan himoya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Real vaqtdagi himoya yoniq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Tarmoqlararo ekran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Brandmauer va tarmoq himoyasi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Barcha profillarda yoniq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Update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«Sizda eng so‘nggi yangilanishlar bor»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 himoyasi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Kirish parametrlari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 yoki PIN o‘rnatilgan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AMALIY MASHQ: ISH O‘RNINING XAVFSIZLIK HOLATINI TEKSHIRISH VA HISOBOT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Mashq oxirida har bir o‘quvchi nazorat varag‘idagi barcha bandlarni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to‘ldiradi: tekshiruv vaqti, topilgan tahdidlar soni, tarmoqlararo ekran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yangilanishlar holati.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AMALIY MASHQ: ISH O‘RNINING XAVFSIZLIK HOLATINI TEKSHIRISH VA HISOBOT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5800"/>
                <a:gridCol w="3516113"/>
                <a:gridCol w="387674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yo‘l</a:t>
                      </a:r>
                    </a:p>
                  </a:txBody>
                  <a:tcPr marL="109728" marR="109728" marT="73152" marB="73152">
                    <a:solidFill>
                      <a:srgbClr val="C2562D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Tekshiruvni oxirigacha kutmaslik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 to‘liq bo‘lmaydi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«Tekshiruv tugadi» xabarini kutish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Flesh-xotirani tekshirmasdan ochish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Zararli fayl kompyuterga o‘tishi mumkin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antivirus bilan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Parolni monitorga yopishtirib qo‘yish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Hisobga begona kiradi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Parolni yodda yoki parol menejerida saqlash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Yangilanishni doimo kechiktirish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 zaifliklar yopilmay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Yangilanishni tanaffus vaqtida o‘rnatish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3-REJA · AMALIY MASHQ: ISH O‘RNINING XAVFSIZLIK HOLATINI TEKSHIRISH VA HISOBOT TUZISH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Kundalik xavfsizlik odatlari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5189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49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44186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9209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bir begona flesh-xotirani ochishdan oldin tekshirish.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01082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86105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Brauzer ogohlantirishlariga e’tibor berish va shubhali saytdan chiqish.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579789"/>
            <a:ext cx="109901" cy="109901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43001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Umumiy kompyuterda brauzerda parolni saqlamaslik va ishdan keyin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hisobdan chiqish.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Tezkor yo‘l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Vazifalar panelidagi qalqon belgisini bosish yoki Pusk qidiruviga «Windows xavfsizligi» deb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C2562D"/>
                </a:solidFill>
                <a:latin typeface="Segoe UI"/>
              </a:rPr>
              <a:t>4-MAVZU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Windows 11 da Windows xavfsizligi oynasi qanday ochiladi?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Tezkor tekshirish va maxsus tekshirishning farqi nimada?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Flesh-xotirani antivirus bilan qanday tekshirish mumkin?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Tarmoqlararo ekran qaysi tarmoq profillari uchun yoqiladi?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Ekranni tezda qulflash uchun qaysi tugmalardan foydalaniladi va bu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nima uchun kerak?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4-mavzu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15 / 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C25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C2562D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4-mavzu. Kompyuterda axborot xavfsizligi vositalaridan foydalanish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