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Kompyuterning apparat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dasturiy ta’minoti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Apparat ta’minoti tushunchasi va uning tarkibi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Dasturiy ta’minot turlari: tizim, amaliy va instrumental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dasturlar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Apparat va dasturiy ta’minotning o‘zaro aloqasi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litsenziyalash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apparat va dasturiy ta’minoti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tushunchalari, dasturiy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ta’minot turlari, ularning o‘zaro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bog‘liqligi hamda dasturlarni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litsenziyalash haqida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Apparat va dasturiy ta’minotni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farqlaydilar, dasturlarni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turlarga ajratadilar va dasturiy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ta’minot qatlamlarining o‘zaro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aloqasini tushuntira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APPARAT TA’MINOTI TUSHUNCHASI VA UNING TARKIBI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Apparat ta’minoti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Apparat ta’minoti (hardware) — kompyuterning qo‘l bilan ushlab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ko‘rish mumkin bo‘lgan barcha fizik qismlari: protsessor, xotira, disklar,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platalar, kabellar, monitor, printer va boshqalar.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APPARAT TA’MINOTI TUSHUNCHASI VA UNING TARKIBI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Apparat ta’minoti guruhlari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Ba’zi qurilmalar bir vaqtda bir nechta guruhga kiradi: masalan, sensorli ekran ham kiritish, ham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chiqarish qurilmasi, ko‘p funksiyali qurilma (MFU) esa ham skaner, ham printerdir.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097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256"/>
                <a:gridCol w="3684588"/>
                <a:gridCol w="4334810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Guruh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Qayta ishlash qurilmalari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Hisoblash va boshqarish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Protsessor, videoprotsessor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Xotira qurilmalari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Ma’lumotlarni saqlash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RAM, HDD, SSD, flesh-xotira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Kiritish qurilmalari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Ma’lumotni kompyuterga kiritish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Klaviatura, sichqoncha, skaner, mikrofon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Chiqarish qurilmalari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Natijani foydalanuvchiga berish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Monitor, printer, kolonka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Aloqa qurilmalari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Boshqa qurilmalar bilan bog‘lanish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Tarmoq adapteri, Wi-Fi moduli, Bluetooth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DASTURIY TA’MINOT TURLARI: TIZIM, AMALIY VA INSTRUMENTAL DASTURLAR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Dasturiy ta’minot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Dasturiy ta’minot (software) — kompyuterga muayyan vazifani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bajarishni buyuradigan dasturlar va ularning hujjatlari majmuasi.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Dasturni ushlab bo‘lmaydi, u diskda fayllar ko‘rinishida saqlanadi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ishga tushirilganda tezkor xotiraga yuklanadi.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DASTURIY TA’MINOT TURLARI: TIZIM, AMALIY VA INSTRUMENTAL DASTURLAR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Dasturiy ta’minot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Tizim dasturiy ta’minoti: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kompyuter ishini boshqaradi — operatsion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tizim (Windows, Linux, macOS), qurilma drayverlari, xizmat ko‘rsatuvchi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dasturlar (utilitalar: disk…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Amaliy dasturiy ta’minot (ilovalar): </a:t>
            </a:r>
            <a:r>
              <a:rPr sz="2600" b="0">
                <a:solidFill>
                  <a:srgbClr val="1B2A4A"/>
                </a:solidFill>
                <a:latin typeface="Segoe UI"/>
              </a:rPr>
              <a:t>foydalanuvchining aniq vazifasini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bajaradi — matn muharriri, elektron jadval, brauzer, grafik muharrir,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buxgalteriya dasturi, o‘yinlar.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62347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473702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Instrumental dasturiy ta’minot: </a:t>
            </a:r>
            <a:r>
              <a:rPr sz="2600" b="0">
                <a:solidFill>
                  <a:srgbClr val="1B2A4A"/>
                </a:solidFill>
                <a:latin typeface="Segoe UI"/>
              </a:rPr>
              <a:t>yangi dasturlar yaratish uchun —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dasturlash tillari kompilyatorlari, kod muharrirlari (Visual Studio Code),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ishlab chiqish muhitlari.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DASTURIY TA’MINOT TURLARI: TIZIM, AMALIY VA INSTRUMENTAL DASTURLAR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Drayver va mikrodastur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Drayver — operatsion tizimga muayyan qurilma bilan qanday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«gaplashish»ni o‘rgatadigan maxsus dastur. Drayver bo‘lmasa, printer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ulangan bo‘lsa ham chop etmaydi.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Shu sababli IT-servis xodimi «qurilma ishlamayapti» degan murojaatni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ko‘rganda avval sabab apparatdami (qurilma nosoz) yoki dasturdami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(drayver yo‘q, sozlama noto‘g‘ri)…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APPARAT VA DASTURIY TA’MINOTNING O‘ZARO ALOQASI VA LITSENZIYALASH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Qatlamlar modeli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Kompyuter tizimini bir-birining ustiga qurilgan qatlamlar sifatida tasavvur qilish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mumkin. Har bir qatlam faqat qo‘shni qatlam bilan bevosita ishlaydi.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Apparat ta’minoti: </a:t>
            </a:r>
            <a:r>
              <a:rPr sz="2200" b="0">
                <a:solidFill>
                  <a:srgbClr val="1B2A4A"/>
                </a:solidFill>
                <a:latin typeface="Segoe UI"/>
              </a:rPr>
              <a:t>protsessor, xotira, qurilmalar.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2799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972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Mikrodastur (BIOS/UEFI): </a:t>
            </a:r>
            <a:r>
              <a:rPr sz="2200" b="0">
                <a:solidFill>
                  <a:srgbClr val="1B2A4A"/>
                </a:solidFill>
                <a:latin typeface="Segoe UI"/>
              </a:rPr>
              <a:t>kompyuterni yoqishda qurilmalarni tekshiradi va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operatsion tizimni yuklaydi.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895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7129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Operatsion tizim va drayverlar: </a:t>
            </a:r>
            <a:r>
              <a:rPr sz="2200" b="0">
                <a:solidFill>
                  <a:srgbClr val="1B2A4A"/>
                </a:solidFill>
                <a:latin typeface="Segoe UI"/>
              </a:rPr>
              <a:t>resurslarni taqsimlaydi, qurilmalarni boshqaradi.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350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7522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Amaliy dasturlar: </a:t>
            </a:r>
            <a:r>
              <a:rPr sz="2200" b="0">
                <a:solidFill>
                  <a:srgbClr val="1B2A4A"/>
                </a:solidFill>
                <a:latin typeface="Segoe UI"/>
              </a:rPr>
              <a:t>foydalanuvchi vazifalarini bajaradi.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974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7916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Foydalanuvchi: </a:t>
            </a:r>
            <a:r>
              <a:rPr sz="2200" b="0">
                <a:solidFill>
                  <a:srgbClr val="1B2A4A"/>
                </a:solidFill>
                <a:latin typeface="Segoe UI"/>
              </a:rPr>
              <a:t>dasturlar bilan interfeys orqali ishlaydi.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APPARAT VA DASTURIY TA’MINOTNING O‘ZARO ALOQASI VA LITSENZIYALASH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Dasturlarni litsenziyalash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Litsenziyasiz (buzilgan) dasturdan foydalanish «Mualliflik huquqi va turdosh huquqlar to‘g‘risida»gi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Qonunni buzadi. Bundan tashqari, «kreklangan» dasturlar ko‘pincha troyan va boshqa zararli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dasturlarni tarqatish vositasi bo‘ladi.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3" cy="3200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556"/>
                <a:gridCol w="4153027"/>
                <a:gridCol w="4326070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Litsenziya turi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Tijorat (proprietar)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Pullik, foydalanish shartlari cheklangan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Windows, Microsoft Office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Bepul (freeware)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Tekin, lekin kodi yopiq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7-Zip (shuningdek ochiq kodli), ko‘plab brauzerlar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Ochiq kodli (open source)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Kodi ochiq, o‘zgartirish va tarqatish mumkin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Linux, LibreOffice, Firefox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Sinov muddatli (shareware)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Ma’lum muddat tekin, keyin to‘lov talab qilinadi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Ko‘plab utilitalarning sinov versiyalari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Amaliy dasturiy ta’minot (ilovalar)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49475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Foydalanuvchining aniq vazifasini bajaradi — matn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muharriri, elektron jadval, brauzer, grafik muharrir,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buxgalteriya dasturi, o‘yinlar.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Amaliy dasturlar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foydalanuvchi vazifalarini bajaradi.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Apparat ta’minoti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61994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protsessor, xotira, qurilmalar.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Drayver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18179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Operatsion tizimga muayyan qurilma bilan qanday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«gaplashish»ni o‘rgatadigan maxsus dastur.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Foydalanuvchi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301487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dasturlar bilan interfeys orqali ishlaydi.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Instrumental dasturiy ta’minot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Yangi dasturlar yaratish uchun — dasturlash tillari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kompilyatorlari, kod muharrirlari (Visual Studio Code), ishlab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chiqish muhitlari.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Apparat ta’minoti deganda nimani tushunasiz? Misollar keltiring.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Tizim va amaliy dasturiy ta’minotning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Drayver nima uchun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Mikrodastur (firmware) nima va u qayerda saqlanadi?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Ochiq kodli va tijorat litsenziyasining farqini tushuntiring.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7-mavzu. Kompyuterning apparat va dasturiy ta’minoti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