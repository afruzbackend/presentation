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16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Kompyuter nosozliklarini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boshlang‘ich diagnostika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qilish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Boshlang‘ich diagnostika bosqichlari: ma’lumot to‘plash,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tashqi ko‘rik va yoqilishni kuzatish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Windows vositalari yordamida tezkor tekshiruv: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ishonchlilik monitori, msinfo32, task manager va uefi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diagnostika kartasini to‘ldirib, nosozlikning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ehtimoliy sababini aniqlash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kompyuter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nosozligini tizimli ravishda —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ma’lumot to‘plash, tashqi ko‘rik,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yoqilishni kuzatish va Windows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ichki vositalari orqali —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boshlang‘ich diagnostika qilish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natijani diagnostika kartasiga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qayd etish ko‘nikmasini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 foydalanuvchidan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kerakli ma’lumotni so‘rab oladilar,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nosozlik belgisini aniq qayd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etadilar, Windows vositalari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yordamida dalil to‘playdilar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nosozlikning ehtimoliy sababini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mustaqil aniqlaydilar.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BOSHLANG‘ICH DIAGNOSTIKA BOSQICHLARI: MA’LUMOT TO‘PLASH, TASHQI KO‘RIK VA YOQILISHNI…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Boshlang‘ich diagnostika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Boshlang‘ich diagnostika — nosozlikni tuzatishga kirishishdan oldin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uning belgisi, sharoiti va ehtimoliy sababini aniqlash bosqichi. Bu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bosqichda hech narsa almashtirilmaydi, o‘chirilmaydi va qayta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o‘rnatilmaydi — faqat kuzatiladi, so‘raladi va qayd etiladi.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BOSHLANG‘ICH DIAGNOSTIKA BOSQICHLARI: MA’LUMOT TO‘PLASH, TASHQI KO‘RIK VA YOQILISHNI…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1-bosqich: foydalanuvchidan ma’lumot to‘plash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6343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Belgi: </a:t>
            </a:r>
            <a:r>
              <a:rPr sz="2200" b="0">
                <a:solidFill>
                  <a:srgbClr val="1B2A4A"/>
                </a:solidFill>
                <a:latin typeface="Segoe UI"/>
              </a:rPr>
              <a:t>«Aynan nima bo‘lyapti? Ekranda qanday xabar chiqdi?» — iloji bo‘lsa, xabarni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suratga olish so‘raladi.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2500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0672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Vaqt: </a:t>
            </a:r>
            <a:r>
              <a:rPr sz="2200" b="0">
                <a:solidFill>
                  <a:srgbClr val="1B2A4A"/>
                </a:solidFill>
                <a:latin typeface="Segoe UI"/>
              </a:rPr>
              <a:t>«Muammo qachondan boshlandi? Har safar takrorlanadimi yoki ba’zan?»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12893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010662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O‘zgarishlar: </a:t>
            </a:r>
            <a:r>
              <a:rPr sz="2200" b="0">
                <a:solidFill>
                  <a:srgbClr val="1B2A4A"/>
                </a:solidFill>
                <a:latin typeface="Segoe UI"/>
              </a:rPr>
              <a:t>«Undan oldin yangi dastur, yangilanish yoki qurilma o‘rnatildimi?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Kompyuter ko‘chirildimi?»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9050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72230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Sharoit: </a:t>
            </a:r>
            <a:r>
              <a:rPr sz="2200" b="0">
                <a:solidFill>
                  <a:srgbClr val="1B2A4A"/>
                </a:solidFill>
                <a:latin typeface="Segoe UI"/>
              </a:rPr>
              <a:t>«Muammo qaysi amalda yuz beradi — yoqishda, o‘yin o‘ynaganda,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printerga chop etganda?»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85207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3379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Ma’lumotlar qiymati: </a:t>
            </a:r>
            <a:r>
              <a:rPr sz="2200" b="0">
                <a:solidFill>
                  <a:srgbClr val="1B2A4A"/>
                </a:solidFill>
                <a:latin typeface="Segoe UI"/>
              </a:rPr>
              <a:t>«Kompyuterda zaxirasi yo‘q muhim fayllar bormi?» — bu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keyingi harakatlarning ehtiyotkorlik darajasini belgilaydi.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BOSHLANG‘ICH DIAGNOSTIKA BOSQICHLARI: MA’LUMOT TO‘PLASH, TASHQI KO‘RIK VA YOQILISHNI…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2-bosqich: tashqi ko‘rik va yoqilishni kuzatish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Kompyuter yoqilmasdan oldin kabellar, indikatorlar, korpusdagi shikast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va chang, ventilyator teshiklari ko‘zdan kechiriladi.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BOSHLANG‘ICH DIAGNOSTIKA BOSQICHLARI: MA’LUMOT TO‘PLASH, TASHQI KO‘RIK VA YOQILISHNI…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Xavfsizlik eslatmasi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Mashg‘ulotda tizim bloki korpusi ochilmaydi. Kuygan hid, tutun yoki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uchqun sezilsa, kompyuter darhol tarmoqdan uziladi va o‘qituvchiga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xabar beriladi.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WINDOWS VOSITALARI YORDAMIDA TEZKOR TEKSHIRUV: ISHONCHLILIK MONITORI, MSINFO32, TASK…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UEFI/BIOS orqali tekshiruv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Agar Windows yuklanmasa yoki shubha apparat qismga tushsa, UEFI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menyusiga kirish foydali.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WINDOWS VOSITALARI YORDAMIDA TEZKOR TEKSHIRUV: ISHONCHLILIK MONITORI, MSINFO32, TASK…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Windows ichidagi tezkor tekshiruv vositalari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Ishonchlilik monitori boshlang‘ich diagnostikada ayniqsa qimmatli: u muammo qaysi kundan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boshlanganini va o‘sha kuni nima o‘rnatilganini bir grafikda ko‘rsatadi.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486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656"/>
                <a:gridCol w="2475843"/>
                <a:gridCol w="6327155"/>
              </a:tblGrid>
              <a:tr h="468629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Vosita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Ishga tushirish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Nima beradi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Ishonchlilik monitori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Win + R → perfmon /rel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Kunlar bo‘yicha barqarorlik indeksi (1–10), ishdan chiqqan dasturlar…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Tizim ma’lumotlari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Win + R → msinfo32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Protsessor, xotira hajmi, BIOS versiyasi, «Muammoli qurilmalar»…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Vazifalar dispetcheri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Ctrl + Shift + Esc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Protsessor, xotira, disk yuklamasi; videokarta harorati;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Xotira sozlamalari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Sozlamalar → Tizim → Xotira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C: diskdagi bo‘sh joy miqdori va uni egallagan toifalar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WINDOWS VOSITALARI YORDAMIDA TEZKOR TEKSHIRUV: ISHONCHLILIK MONITORI, MSINFO32, TASK…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Dalil va taxmin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Diagnostikada har bir taxmin dalilga tayanishi kerak. «Menimcha, disk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buzilgan» — taxmin; «Diskdan taqillash eshitiladi, Task Managerda disk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yuklamasi doimo 100 %, UEFI da disk vaqti-vaqti bilan yo‘qoladi» —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dalillar.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AMALIY MASHQ: DIAGNOSTIKA KARTASINI TO‘LDIRIB, NOSOZLIKNING EHTIMOLIY SABABINI…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Diagnostika kartasi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Barcha ma’lumot yagona blankaga — diagnostika kartasiga yoziladi. U keyingi bosqichda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nosozlikni bartaraf etuvchi mutaxassis uchun asosiy hujjat bo‘lib xizmat qiladi.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51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5677"/>
                <a:gridCol w="782297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Kartadagi band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To‘ldirish namunasi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 va sana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3-xona, 5-kompyuter, 14.03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Foydalanuvchi aytgan belgi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«Ishlab turib o‘chib qoladi, ayniqsa video ko‘rganda»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Kuzatilgan belgilar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Ventilyator kuchli shovqin qiladi, korpus orqasi issiq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To‘plangan dalillar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UEFI da protsessor harorati 88 °C; Ishonchlilik monitorida kutilmagan…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Ehtimoliy sabab va tavsiya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Qizib ketish; sovutish tizimini tozalash va tekshirish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AMALIY MASHQ: DIAGNOSTIKA KARTASINI TO‘LDIRIB, NOSOZLIKNING EHTIMOLIY SABABINI…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7918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Keys-kartochkadagi «foydalanuvchi shikoyati»ni o‘qib, unga qo‘shimcha 3–4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ta aniqlovchi savol tuzish.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0577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71750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Kompyuterni tashqi ko‘rikdan o‘tkazish va yoqilish jarayonini kuzatib, natijani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kartaga yozish.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63236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98342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UEFI menyusiga kirib disk, xotira va haroratni tekshirish, so‘ng o‘zgartirishsiz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chiqish.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55895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424934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Windowsda perfmon /rel, msinfo32 va Task Manager orqali dalil to‘plash.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09540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961382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Dalillarni solishtirib, ehtimoliy sababni va keyingi tavsiyani yozish.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AMALIY MASHQ: DIAGNOSTIKA KARTASINI TO‘LDIRIB, NOSOZLIKNING EHTIMOLIY SABABINI…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ularni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36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4996"/>
                <a:gridCol w="4249662"/>
                <a:gridCol w="334399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Oqibati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To‘g‘ri yo‘l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Foydalanuvchini tinglamay ishga kirishish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Muhim belgi (masalan, yangi drayver) e’tibordan chetda qoladi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Avval savol-javob, keyin tekshiruv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Diagnostika paytida sozlamalarni o‘zgartirish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Dastlabki holat yo‘qoladi, dalil buziladi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kuzatish va qayd etish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Bitta belgiga qarab xulosa chiqarish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Noto‘g‘ri qism almashtiriladi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Kamida 2–3 dalilni solishtirish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Xato xabarini yozib olmaslik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Keyin uni qayta chiqarish qiyin bo‘ladi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Xabar matnini yoki kodini aynan ko‘chirib yozish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086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800" b="1">
                <a:solidFill>
                  <a:srgbClr val="1B2A4A"/>
                </a:solidFill>
                <a:latin typeface="Georgia"/>
              </a:rPr>
              <a:t>Boshlang‘ich diagnostika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164080"/>
            <a:ext cx="4936991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>
                <a:solidFill>
                  <a:srgbClr val="3A4560"/>
                </a:solidFill>
                <a:latin typeface="Segoe UI"/>
              </a:rPr>
              <a:t>Nosozlikni tuzatishga kirishishdan oldin uning belgisi,</a:t>
            </a:r>
            <a:br/>
            <a:r>
              <a:rPr sz="1500" b="0">
                <a:solidFill>
                  <a:srgbClr val="3A4560"/>
                </a:solidFill>
                <a:latin typeface="Segoe UI"/>
              </a:rPr>
              <a:t>sharoiti va ehtimoliy sababini aniqlash bosqichi.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Ma’lumotlar qiymati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149475"/>
            <a:ext cx="493699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«Kompyuterda zaxirasi yo‘q muhim fayllar bormi?» — bu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keyingi harakatlarning ehtiyotkorlik darajasini belgilaydi.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O‘zgarishlar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«Undan oldin yangi dastur, yangilanish yoki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qurilma o‘rnatildimi?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3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2000" b="1">
                <a:solidFill>
                  <a:srgbClr val="1B2A4A"/>
                </a:solidFill>
                <a:latin typeface="Georgia"/>
              </a:rPr>
              <a:t>Sharoit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32783"/>
            <a:ext cx="4936991" cy="60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3A4560"/>
                </a:solidFill>
                <a:latin typeface="Segoe UI"/>
              </a:rPr>
              <a:t>«Muammo qaysi amalda yuz beradi — yoqishda,</a:t>
            </a:r>
            <a:br/>
            <a:r>
              <a:rPr sz="1700" b="0">
                <a:solidFill>
                  <a:srgbClr val="3A4560"/>
                </a:solidFill>
                <a:latin typeface="Segoe UI"/>
              </a:rPr>
              <a:t>o‘yin o‘ynaganda, printerga chop etganda?»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Vaqt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«Muammo qachondan boshlandi? Har safar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takrorlanadimi yoki ba’zan?»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15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04057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04057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36598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Boshlang‘ich diagnostika bosqichida nima uchun hech narsa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o‘zgartirilmaydi?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679417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679417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11958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20518"/>
            <a:ext cx="10206825" cy="44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Foydalanuvchiga nosozlik haqida qanday aniqlovchi savollar beriladi?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258537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258537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291078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199638"/>
            <a:ext cx="10206825" cy="44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Ishonchlilik monitori qanday ochiladi va u qanday ma’lumot beradi?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837657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837657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870198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778758"/>
            <a:ext cx="10206825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UEFI menyusida qaysi ko‘rsatkichlarni tekshirish mumkin va bu nima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uchun foydali?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813017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813017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845558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754118"/>
            <a:ext cx="10206825" cy="44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Diagnostika kartasiga qanday bandlar yoziladi?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16 / 16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32-mavzu. Kompyuter nosozliklarini boshlang‘ich diagnostika qilish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