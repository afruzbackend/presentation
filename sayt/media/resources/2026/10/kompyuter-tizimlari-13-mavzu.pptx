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qo‘shimcha qurilmalari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Qo‘shimcha (periferik) qurilmalar tushunchasi va tasnifi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kiritish va chiqarishning qo‘shimcha qurilmalari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saqlash, aloqa va quvvat ta’minoti qurilmalari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qo‘shimcha (periferik)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qurilmalari, ularning vazifasi,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 va asosiy texnik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ko‘rsatkichlari haqida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Qo‘shimcha qurilmalarni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vazifasiga ko‘ra tasniflaydilar,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ularning asosiy ko‘rsatkichlarini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izohlaydilar va ish vaziyatiga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mos qurilmani tanlay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QO‘SHIMCHA (PERIFERIK) QURILMALAR TUSHUNCHASI VA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qurilma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Kompyuterning ishlashi uchun zarur bo‘lgan minimal to‘plam — tizim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bloki, monitor, klaviatura va sichqoncha — asosiy qurilmalar deb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ataladi.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Periferik qurilmalar kompyuterga tashqi portlar (USB, HDMI, audio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uyalar, tarmoq porti) yoki simsiz aloqa (Wi-Fi, Bluetooth)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QO‘SHIMCHA (PERIFERIK) QURILMALAR TUSHUNCHASI VA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qurilmalarning tasnifi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Qurilmalarni bunday guruhlash IT-servis mutaxassisiga nosozlikni qidirishda ham yordam beradi: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masalan, «kompyuterdan ovoz chiqmayapti» degan murojaatda faqat chiqarish qurilmalari zanjiri —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kolonka, kabel, ovoz kartasi va drayver tekshiriladi.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7417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87396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Kiritish qurilmalari: </a:t>
            </a:r>
            <a:r>
              <a:rPr sz="1800" b="0">
                <a:solidFill>
                  <a:srgbClr val="1B2A4A"/>
                </a:solidFill>
                <a:latin typeface="Segoe UI"/>
              </a:rPr>
              <a:t>skaner, veb-kamera, mikrofon, grafik planshet, shtrix-kod skaneri, o‘yin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manipulyatori (joystik, geympad).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056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518916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Chiqarish qurilmalari: </a:t>
            </a:r>
            <a:r>
              <a:rPr sz="1800" b="0">
                <a:solidFill>
                  <a:srgbClr val="1B2A4A"/>
                </a:solidFill>
                <a:latin typeface="Segoe UI"/>
              </a:rPr>
              <a:t>printer, kolonka, quloqchin, videoproyektor, plotter.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446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5782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Kiritish-chiqarish qurilmalari: </a:t>
            </a:r>
            <a:r>
              <a:rPr sz="1800" b="0">
                <a:solidFill>
                  <a:srgbClr val="1B2A4A"/>
                </a:solidFill>
                <a:latin typeface="Segoe UI"/>
              </a:rPr>
              <a:t>ko‘p funksiyali qurilma (MFU), sensorli ekran, garnitura (quloqchin va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mikrofon).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761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89348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Tashqi xotira qurilmalari: </a:t>
            </a:r>
            <a:r>
              <a:rPr sz="1800" b="0">
                <a:solidFill>
                  <a:srgbClr val="1B2A4A"/>
                </a:solidFill>
                <a:latin typeface="Segoe UI"/>
              </a:rPr>
              <a:t>USB-fleshka, tashqi qattiq disk va SSD, xotira kartasi va kartrider.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1504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28260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Aloqa qurilmalari: </a:t>
            </a:r>
            <a:r>
              <a:rPr sz="1800" b="0">
                <a:solidFill>
                  <a:srgbClr val="1B2A4A"/>
                </a:solidFill>
                <a:latin typeface="Segoe UI"/>
              </a:rPr>
              <a:t>Wi-Fi va Bluetooth adapterlar, modem, marshrutizator (router).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5395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567172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Quvvat ta’minoti qurilmalari: </a:t>
            </a:r>
            <a:r>
              <a:rPr sz="1800" b="0">
                <a:solidFill>
                  <a:srgbClr val="1B2A4A"/>
                </a:solidFill>
                <a:latin typeface="Segoe UI"/>
              </a:rPr>
              <a:t>uzluksiz quvvat manbai (UPS), kuchlanish stabilizatori, filtrli uzatgich.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AXBOROT KIRITISH VA CHIQARISHNING QO‘SHIMCHA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Printerlar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Printer — matn va tasvirni qog‘ozga chiqaruvchi qurilma. Ofis va o‘quv yurtlarida asosan uch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turdagi printer uchraydi.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992"/>
                <a:gridCol w="4250976"/>
                <a:gridCol w="2631556"/>
                <a:gridCol w="2429129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Printer 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Ishlash asosi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Afzalligi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Kamchiligi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Lazerli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Toner kukuni barabanga yopishib, qizdirib qog‘ozga mahkamlanadi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Tez, sahifa tannarxi arzon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Rangli modellari qimmat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Purkagichli (siyohli)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Mayda soplolardan siyoh tomchilari purkaladi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Rangli fotosuratlar sifatli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Uzoq ishlatilmasa soplo qurib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Matritsali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Ignalar bo‘yoqli lenta orqali qog‘ozga uriladi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Ko‘p nusxali blankalarga chop etadi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Shovqinli, sifati past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Termoprinter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Maxsus termoqog‘oz qizdirilib qorayadi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Kassa cheklari va yorliqlar uchun qulay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Chop etilgan matn vaqt o‘tib o‘chadi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AXBOROT KIRITISH VA CHIQARISHNING QO‘SHIMCHA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Skaner va ko‘p funksiyali qurilma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Skaner qog‘ozdagi matn yoki tasvirni raqamli faylga aylantiradi. Eng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keng tarqalgani — planshetli skaner: hujjat oyna ustiga qo‘yiladi,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ostidan yorug‘lik manbai va sensorlar chizig‘i harakatlanadi.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AXBOROT KIRITISH VA CHIQARISHNING QO‘SHIMCHA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Audio va video qurilmalar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Kolonkalar va quloqchinlar: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ovozni chiqaradi; quvvati vattda (W), chastota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diapazoni gertsda (Hz) o‘lchanadi. Faol kolonkalarda o‘z kuchaytirgichi bo‘ladi.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Mikrofon: </a:t>
            </a:r>
            <a:r>
              <a:rPr sz="2200" b="0">
                <a:solidFill>
                  <a:srgbClr val="1B2A4A"/>
                </a:solidFill>
                <a:latin typeface="Segoe UI"/>
              </a:rPr>
              <a:t>ovozni elektr signaliga aylantiradi; onlayn dars va videoqo‘ng‘iroqlar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uchun zarur.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Veb-kamera: </a:t>
            </a:r>
            <a:r>
              <a:rPr sz="2200" b="0">
                <a:solidFill>
                  <a:srgbClr val="1B2A4A"/>
                </a:solidFill>
                <a:latin typeface="Segoe UI"/>
              </a:rPr>
              <a:t>videotasvirni uzatadi; asosiy ko‘rsatkichi — ruxsat (720p, 1080p) va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kadr chastotasi (30 kadr/s).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298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Videoproyektor: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tasvirni katta ekranga yoki devorga tushiradi; yorqinligi lyumenda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o‘lchanadi, sinf xonasida odatda 3000 lyumen va undan yuqori yorqinlik tavsiya…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AXBOROT SAQLASH, ALOQA VA QUVVAT TA’MINOTI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Tashqi xotira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Ma’lumotni ko‘chirish va zaxira nusxa saqlash uchun tashqi xotira qurilmalaridan foydalaniladi.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USB-fleshka kichik va arzon, lekin uzoq muddatli arxiv uchun ishonchli emas.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550"/>
                <a:gridCol w="2057550"/>
                <a:gridCol w="661355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Odatdagi hajmi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Qo‘llanish sohasi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USB-fleshka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16–256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Fayllarni tez ko‘chirish, o‘rnatish fleshkasi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HDD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1–5 TB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nusxalar, katta arxivlar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SSD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256 GB – 2 TB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ishlash talab qilinadigan loyihalar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Xotira kartasi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32–512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Fotoapparat, telefon, videoregistrator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AXBOROT SAQLASH, ALOQA VA QUVVAT TA’MINOTI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Aloqa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Kompyuterni tarmoqqa ulash uchun tarmoq adapterlari kerak.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Ko‘pchilik ona platalarda simli tarmoq porti (Ethernet, RJ-45)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o‘rnatilgan bo‘ladi. Simsiz ulanish uchun ichki yoki USB Wi-Fi adapter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ishlatiladi.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AXBOROT SAQLASH, ALOQA VA QUVVAT TA’MINOTI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Quvvat ta’minoti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Elektr tarmog‘idagi kuchlanish sakrashi va to‘satdan o‘chishi kompyuter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uchun xavfli: saqlanmagan ma’lumot yo‘qoladi, disk yoki quvvat bloki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shikastlanishi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Tanlash qoidasi 1: </a:t>
            </a:r>
            <a:r>
              <a:rPr sz="2400" b="0">
                <a:solidFill>
                  <a:srgbClr val="1B2A4A"/>
                </a:solidFill>
                <a:latin typeface="Segoe UI"/>
              </a:rPr>
              <a:t>qurilma kompyuterdagi bo‘sh portlar va operatsion tizim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versiyasi bilan mos bo‘lishi kerak.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Tanlash qoidasi 2: </a:t>
            </a:r>
            <a:r>
              <a:rPr sz="2400" b="0">
                <a:solidFill>
                  <a:srgbClr val="1B2A4A"/>
                </a:solidFill>
                <a:latin typeface="Segoe UI"/>
              </a:rPr>
              <a:t>sarflash materiallari (kartrij, toner) narxi va topilishini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oldindan bilib olish lozim.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93776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Tanlash qoidasi 3: </a:t>
            </a:r>
            <a:r>
              <a:rPr sz="2400" b="0">
                <a:solidFill>
                  <a:srgbClr val="1B2A4A"/>
                </a:solidFill>
                <a:latin typeface="Segoe UI"/>
              </a:rPr>
              <a:t>ishlab chiqaruvchi saytida Windows 10/11 uchun drayver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mavjudligini tekshirish kerak.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Aloqa qurilmalari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Wi-Fi va Bluetooth adapterlar, modem,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marshrutizator (router).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Chiqarish qurilmalari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Printer, kolonka, quloqchin, videoproyektor,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plotter.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Kiritish qurilmalari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Skaner, veb-kamera, mikrofon, grafik planshet, shtrix-kod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skaneri, o‘yin manipulyatori (joystik, geympad).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Kiritish-chiqarish qurilmalari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Ko‘p funksiyali qurilma (MFU), sensorli ekran,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garnitura (quloqchin va mikrofon).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Kolonkalar va quloqchinlar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Ovozni chiqaradi; quvvati vattda (W), chastota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diapazoni gertsda (Hz) o‘lchanadi.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Mikrofon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Ovozni elektr signaliga aylantiradi; onlayn dars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va videoqo‘ng‘iroqlar uchun zarur.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Asosiy va qo‘shimcha (periferik) qurilmalar o‘rtasida qanday farq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Lazerli va purkagichli printerlarning ishlash asosi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farqlanadi?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Ko‘p funksiyali qurilma (MFU) qanday vazifalarni bajaradi?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Tashqi HDD va tashqi SSD dan qaysi biri qachon afzal?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Uzluksiz quvvat manbai (UPS) nima uchun kerak va uning quvvati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 birlikda ko‘rsatiladi?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13-mavzu. Kompyuterning qo‘shimcha qurilmalari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