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tizimining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asosiy qismlari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ularning tuzilishi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tizimi tushunchasi va uning tashqi tarkibi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blokining ichki tuzilishi va qismlarning joylashuvi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turlari va korpus form-faktorlari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tizimining tashqi va ichki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tarkibi, tizim blokidagi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qismlarning joylashuvi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o‘zaro bog‘lanishi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 va korpus turlari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haqida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 tizimining tashqi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ichki qismlarini nomlaydilar,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ularning tizim blokidagi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joylashuvini tushuntiradilar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 turlarini farqlay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KOMPYUTER TIZIMI TUSHUNCHASI VA UNING TASHQI TARKIBI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tizimi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tizimi — axborotni kiritish, qayta ishlash, saqlash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chiqarish uchun birgalikda ishlaydigan apparat qurilmalari va dasturlar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majmuasi. Oddiy foydalanuvchi uchun kompyuter — bu ekran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klaviatura.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KOMPYUTER TIZIMI TUSHUNCHASI VA UNING TASHQI TARKIBI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Tashqi tarkib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Tizim blokining old panelida quvvat tugmasi, indikatorlar, USB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audio ulagichlar joylashadi.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Tizim bloki: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kompyuterning asosiy ichki qismlari joylashgan korpus.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Monitor: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tasvirni chiqaruvchi qurilma.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Klaviatura va sichqoncha: </a:t>
            </a:r>
            <a:r>
              <a:rPr sz="2600" b="0">
                <a:solidFill>
                  <a:srgbClr val="1B2A4A"/>
                </a:solidFill>
                <a:latin typeface="Segoe UI"/>
              </a:rPr>
              <a:t>buyruq va ma’lumot kiritish qurilmalari.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Qo‘shimcha qurilmalar: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printer, kolonka, veb-kamera, mikrofon,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skaner va boshqalar.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TIZIM BLOKINING ICHKI TUZILISHI VA QISMLARNING JOYLASHUVI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 blokining ichki tuzilishi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Korpusning yon qopqog‘i ochilganda quyidagi asosiy qismlar ko‘rinadi. Ularning barchasi ona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plata atrofida jamlanadi — u qismlarni o‘zaro bog‘lovchi «asos» hisoblanadi.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240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364"/>
                <a:gridCol w="4407897"/>
                <a:gridCol w="4158393"/>
              </a:tblGrid>
              <a:tr h="42100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4EBDD"/>
                          </a:solidFill>
                          <a:latin typeface="Segoe UI"/>
                        </a:rPr>
                        <a:t>Qism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4EBDD"/>
                          </a:solidFill>
                          <a:latin typeface="Segoe UI"/>
                        </a:rPr>
                        <a:t>Joylashuvi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4EBDD"/>
                          </a:solidFill>
                          <a:latin typeface="Segoe UI"/>
                        </a:rPr>
                        <a:t>Qanday tanish mumkin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65913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Ona plata (motherboard)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Korpusning yon devoriga vintlar bilan mahkamlangan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Eng katta plata, ko‘plab slot va ulagichlar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2100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Protsessor (CPU)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Ona plata markazidagi uyachada (soket)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Ustida radiator va ventilyator turadi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2100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Tezkor xotira (RAM)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Protsessor yonidagi uzun slotlarda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Yupqa, uzunchoq modul, chiplar bir qatorda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5913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Videokarta (GPU)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Ona plataning PCI Express slotida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Alohida plata, ko‘pincha o‘z ventilyatorlari bilan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5913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Xotira qurilmasi (HDD/SSD)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Korpus savatchasida yoki ona plataning M.2 ulagichida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To‘rtburchak quti yoki kichik plata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TIZIM BLOKINING ICHKI TUZILISHI VA QISMLARNING JOYLASHUVI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Qismlarning o‘zaro bog‘lanishi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Barcha qismlar ona plata orqali ma’lumot almashadi. Quvvat bloki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ona plata, protsessor, videokarta va disklarga alohida kabellar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elektr energiyasi yetkazadi.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Ma’lumot yo‘llari: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shinalar, SATA va M.2 ulanishlar, PCI Express slotlar.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Quvvat yo‘llari: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ATX 24 kontaktli asosiy ulagich, protsessor uchun 4+4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kontaktli ulagich, videokarta va disklar uchun alohida kabellar.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9398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4421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Sovutish: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protsessor sovutgichi, korpus ventilyatorlari, videokarta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quvvat bloki ventilyatorlari.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KOMPYUTER TURLARI VA KORPUS FORM-FAKTORLARI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336"/>
                <a:gridCol w="5455248"/>
                <a:gridCol w="33640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Tuzilish xususiyati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Qo‘llanilishi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Statsionar (desktop)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Alohida tizim bloki, monitor, klaviatura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Ofis, o‘quv xonasi, o‘yin va dizayn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Noutbuk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qismlar bitta yig‘ma korpusda, akkumulyator bilan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Ko‘chma ish, o‘qish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Monoblok (all-in-one)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 qismlar monitor korpusiga joylashtirilgan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Qabulxona, ofis, uy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Kuchli, uzluksiz ishlashga mo‘ljallangan, ko‘pincha shkafga…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xizmatlari, ma’lumotlar bazasi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KOMPYUTER TURLARI VA KORPUS FORM-FAKTORLARI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Korpus va ona plata form-faktorlari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Form-faktor — qismning o‘lchami, shakli va mahkamlash nuqtalari standarti.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Ona plata korpusga mos bo‘lishi uchun ularning form-faktori to‘g‘ri kelishi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ATX: </a:t>
            </a:r>
            <a:r>
              <a:rPr sz="2400" b="0">
                <a:solidFill>
                  <a:srgbClr val="1B2A4A"/>
                </a:solidFill>
                <a:latin typeface="Segoe UI"/>
              </a:rPr>
              <a:t>standart o‘lcham (305 × 244 mm), ko‘p slotli, o‘rta va katta korpuslar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uchun.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Micro-ATX: </a:t>
            </a:r>
            <a:r>
              <a:rPr sz="2400" b="0">
                <a:solidFill>
                  <a:srgbClr val="1B2A4A"/>
                </a:solidFill>
                <a:latin typeface="Segoe UI"/>
              </a:rPr>
              <a:t>kichikroq (244 × 244 mm), ofis kompyuterlarida keng tarqalgan.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68164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4761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Mini-ITX: </a:t>
            </a:r>
            <a:r>
              <a:rPr sz="2400" b="0">
                <a:solidFill>
                  <a:srgbClr val="1B2A4A"/>
                </a:solidFill>
                <a:latin typeface="Segoe UI"/>
              </a:rPr>
              <a:t>juda ixcham (170 × 170 mm), kichik korpuslar va multimedia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markazlari uchun.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ATX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Standart o‘lcham (305 × 244 mm), ko‘p slotli,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o‘rta va katta korpuslar uchun.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Form-faktor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Qismning o‘lchami, shakli va mahkamlash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nuqtalari standarti.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Klaviatura va sichqoncha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Buyruq va ma’lumot kiritish qurilmalari.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Kompyuter tizimi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Axborotni kiritish, qayta ishlash, saqlash va chiqarish uchun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birgalikda ishlaydigan apparat qurilmalari va dasturlar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majmuasi.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Ma’lumot yo‘llari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Shinalar, SATA va M.2 ulanishlar, PCI Express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slotlar.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Micro-ATX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Kichikroq (244 × 244 mm), ofis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kompyuterlarida keng tarqalgan.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tizimi deganda nimani tushunasiz?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Tizim blokining orqa panelida qanday ulagichlar joylashadi?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ona plata kompyuterning «asosi» deb ataladi?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Quvvat bloki qaysi qismlarni elektr energiyasi bilan ta’minlaydi?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ATX va Micro-ATX form-faktorlarining farqi nimada?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5-mavzu. Kompyuter tizimining asosiy qismlari va ularning tuzilishi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