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Dasturiy va apparat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nosozliklarini 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Dasturiy va apparat nosozliklarni ajratish mezonlari: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xavfsiz rejim, uefi va toza yuklash testlari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Windows vositalari bilan tekshirish: hodisalar jurnali,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qurilmalar dispetcheri xato kodlari, xotira va disk testlari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berilgan kompyuterda nosozlik turini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aniqlab, xulosani dalillar bilan rasmiylashtirish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O‘quvchilarga nosozlikning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dasturiy yoki apparat xarakterga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ega ekanini xavfsiz rejim, toza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yuklash va Windows diagnostika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vositalari yordamida aniqlash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hamda xulosani dalillar bilan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asoslash 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ajratish testlarini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bajaradilar, Hodisalar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jurnali va Qurilmalar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dispetcheridagi xato kodlarini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izohlaydilar, xotira va disk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holatini tekshirib, nosozlik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turini mustaqil aniqlaydilar.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DASTURIY VA APPARAT NOSOZLIKLARNI AJRATISH MEZONLARI: XAVFSIZ REJIM, UEFI VA TOZA…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savol: dasturmi yoki apparatmi?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Bir xil belgi — masalan, BSOD yoki qotib qolish — ham dasturiy, ham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apparat sababdan kelib chiqishi mumkin.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DASTURIY VA APPARAT NOSOZLIKLARNI AJRATISH MEZONLARI: XAVFSIZ REJIM, UEFI VA TOZA…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Ajratish testlari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3378"/>
                <a:gridCol w="655185"/>
                <a:gridCol w="475009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Xulosa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Muammo UEFI menyusida yoki Windows yuklanishidan oldin ham bormi?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Apparat sabab ehtimoli yuqori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Xavfsiz rejimda muammo yo‘qoladimi?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Drayver, xizmat yoki avtoyuklanish dasturi aybdor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Toza yuklashda muammo yo‘qoladimi?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Uchinchi tomon xizmati yoki dasturi aybdor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Muammo boshqa foydalanuvchi hisobida ham bormi?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 profili yoki uning sozlamalari shikastlangan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DASTURIY VA APPARAT NOSOZLIKLARNI AJRATISH MEZONLARI: XAVFSIZ REJIM, UEFI VA TOZA…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 rejimga kirish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Toza yuklash uchun Win + R → msconfig → «Xizmatlar» bo‘limida «Microsoftning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barcha xizmatlarini yashirish» belgilanadi va qolganlari o‘chiriladi, so‘ng Task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Manager → «Ishga tushirish» bo‘limida avtoyuklanish dasturlari o‘chiriladi.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Sozlamalar → Tizim → Tiklash → Kengaytirilgan ishga tushirish → Hozir qayta ishga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tushirish (yoki Shift tugmasini bosib turib «Qayta ishga…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Muammolarni bartaraf etish → Qo‘shimcha parametrlar → Ishga tushirish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parametrlari → Qayta ishga tushirish.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2692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0865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Ro‘yxatdan 4 yoki F4 — xavfsiz rejim, 5 yoki F5 — tarmoq drayverlari bilan xavfsiz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rejimni tanlash.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WINDOWS VOSITALARI BILAN TEKSHIRISH: HODISALAR JURNALI, QURILMALAR DISPETCHERI XATO…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Hodisalar jurnali (Event Viewer)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 + R → eventvwr.msc → «Windows jurnallari» → «Tizim». Bu yerda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«Kritik», «Xato» va «Ogohlantirish» darajasidagi yozuvlar vaqt bo‘yicha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saralanadi.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WINDOWS VOSITALARI BILAN TEKSHIRISH: HODISALAR JURNALI, QURILMALAR DISPETCHERI XATO…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Qurilmalar dispetcheridagi xato kodlari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Kodni ko‘rish uchun: Win + R → devmgmt.msc → sariq undov belgili qurilma → «Xususiyatlar» →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«Umumiy» bo‘limidagi «Qurilma holati» maydoni.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550"/>
                <a:gridCol w="5981462"/>
                <a:gridCol w="3987641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Ehtimoliy tur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Code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Qurilmani ishga tushirib bo‘lmaydi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Ko‘pincha drayver, ba’zan qurilmaning o‘zi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Code 22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Qurilma o‘chirib qo‘yilgan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Sozlama (dasturiy)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Code 28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Qurilma drayverlari o‘rnatilmagan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Dasturiy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Code 43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Windows qurilmani to‘xtatdi, chunki u muammo haqida xabar berdi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Ko‘pincha apparat yoki ulanish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WINDOWS VOSITALARI BILAN TEKSHIRISH: HODISALAR JURNALI, QURILMALAR DISPETCHERI XATO…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Xotira va disk testlari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Windows xotira diagnostikasi: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Win + R → mdsched.exe → «Hozir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qayta ishga tushirib, muammolarni tekshirish». Test tugagach, natija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Windowsga kirganda xabar sifatida yoki Hodisalar…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Disk holati: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PowerShell oynasida Get-PhysicalDisk buyrug‘i diskning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HealthStatus (Healthy, Warning, Unhealthy) holatini ko‘rsatadi.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20081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5104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Fayl tizimini skanerlash: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administrator huquqidagi buyruq satrida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chkdsk C: /scan — diskni o‘chirmasdan, faqat tekshiruv rejimida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xatolarni aniqlaydi.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BERILGAN KOMPYUTERDA NOSOZLIK TURINI ANIQLAB, XULOSANI DALILLAR BILAN…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Mashg‘ulotda faqat aniqlash bajariladi: drayver o‘chirilmaydi, disk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formatlanmaydi, ro‘yxatga olish kitobi (registry) o‘zgartirilmaydi.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BERILGAN KOMPYUTERDA NOSOZLIK TURINI ANIQLAB, XULOSANI DALILLAR BILAN…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Diagnostika kartasidagi belgini o‘qib, uni Venn diagrammasining qaysi qismiga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tegishli ekanini taxmin qilish.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Hodisalar jurnalidagi oxirgi kritik va xato yozuvlarni ko‘rib, manba va vaqtni kartaga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yozish.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Qurilmalar dispetcherida muammoli qurilmalar va ularning xato kodlarini aniqlash.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05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223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Zarur bo‘lsa, xavfsiz rejim yoki toza yuklash testini o‘tkazish va natijani qayd etish.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444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7616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Get-PhysicalDisk va chkdsk C: </a:t>
            </a:r>
            <a:r>
              <a:rPr sz="2200" b="0">
                <a:solidFill>
                  <a:srgbClr val="1B2A4A"/>
                </a:solidFill>
                <a:latin typeface="Segoe UI"/>
              </a:rPr>
              <a:t>/scan bilan disk holatini tekshirish.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837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010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Barcha sozlamalarni dastlabki holatga qaytarib, xulosani yozish: «Tur — sabab —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dalillar».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BERILGAN KOMPYUTERDA NOSOZLIK TURINI ANIQLAB, XULOSANI DALILLAR BILAN…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Xulosaga misol: «Tur — apparat. Sabab — tezkor xotira moduli. Dalillar: BSOD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MEMORY_MANAGEMENT, xavfsiz rejimda ham qotib qoladi, mdsched xato topdi». Bunday aniq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xulosa keyingi mashg‘ulotda nosozlikni bartaraf etish uchun asos bo‘ladi.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440"/>
                <a:gridCol w="3387996"/>
                <a:gridCol w="3576218"/>
              </a:tblGrid>
              <a:tr h="4368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Oqibati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To‘g‘ri yo‘l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Har qanday BSOD ni «Windows buzildi» deb hisoblash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Nosoz xotira yangi o‘rnatilgan tizimda ham xato beradi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Avval xotira va disk testini o‘tkazish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Toza yuklashdan keyin xizmatlarni yoqmaslik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Antivirus va kerakli dasturlar ishlamay 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msconfig va Task Managerda sozlamalarni qaytarish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Hodisalar jurnalidagi har bir ogohlantirishdan xavotirlanish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Muhim xato e’tibordan chetda qoladi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Muammo vaqtiga to‘g‘ri keladigan yozuvlarni tahlil qilish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Faqat bitta testga tayanish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Tur noto‘g‘ri aniqlanadi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Kamida ikki xil test natijasini solishtirish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Disk holati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PowerShell oynasida Get-PhysicalDisk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buyrug‘i diskning HealthStatus (Healthy,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Warning, Unhealthy) holatini ko‘rsatadi.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Fayl tizimini skanerlash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Administrator huquqidagi buyruq satrida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chkdsk C: /scan — diskni o‘chirmasdan,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faqat tekshiruv rejimida xatolarni aniqlaydi.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Windows xotira diagnostikasi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 + R → mdsched.exe → «Hozir qayta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ishga tushirib, muammolarni tekshirish».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Nosozlik turini bartaraf etishdan oldin aniqlash nima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muhim?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Muammo xavfsiz rejimda yo‘qolsa, qanday xulosa chiqariladi?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Toza yuklash qanday bajariladi va undan keyin nima qilish shart?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Hodisalar jurnalida Kernel-Power va WHEA-Logger yozuvlari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nimani bildiradi?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Qurilmalar dispetcheridagi Code 28 va Code 43 xatolarining farqi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nimada?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34-mavzu. Dasturiy va apparat nosozliklarini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