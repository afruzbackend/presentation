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qurilmalarining ishlash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prinsiplari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Kompyuterda axborotning qurilmalar o‘rtasida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harakatlanishi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Kiritish qurilmalari: klaviatura, sichqoncha va skanerning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ishlash prinsipi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Chiqarish qurilmalari: monitor, printer va kolonkaning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ishlash prinsipi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va qo‘shimcha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qurilmalari qanday ishlashi,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signal fizik hodisadan raqamli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ma’lumotga va aksincha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qanday aylanishi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Kiritish va chiqarish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qurilmalarining ishlash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prinsiplarini tushuntiradilar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 bilimni nosozlik sababini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taxmin qilishda qo‘llay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KOMPYUTERDA AXBOROTNING QURILMALAR O‘RTASIDA HARAKATLANISHI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qurilmalar orasida qanday harakatlanadi?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Kompyuterning har qanday ishi uch bosqichdan iborat: kiritish, qayta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ishlash va chiqarish.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Tashqi dunyo hodisalari — bosim, yorug‘lik, tovush — analog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(uzluksiz) bo‘ladi, kompyuter esa faqat raqamli (0 va 1) ma’lumot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KOMPYUTERDA AXBOROTNING QURILMALAR O‘RTASIDA HARAKATLANISHI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 va protsessor aloqasi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Shu sababli qurilma ishlamay qolsa, muammo zanjirning istalgan bo‘g‘inida bo‘lishi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mumkin: qurilmaning o‘zi, kabel yoki port, kontroller yoki drayver. Ishlash prinsipini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bilgan mutaxassis nosozlikni tezroq topadi.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Kontroller: </a:t>
            </a:r>
            <a:r>
              <a:rPr sz="2200" b="0">
                <a:solidFill>
                  <a:srgbClr val="1B2A4A"/>
                </a:solidFill>
                <a:latin typeface="Segoe UI"/>
              </a:rPr>
              <a:t>har bir qurilmaning ichidagi kichik mikrosxema; u signalni standart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ko‘rinishga keltiradi.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Interfeys (shina):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ma’lumot uzatiladigan yo‘l — USB, HDMI, PCI Express, SATA.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Uzilish (interrupt): </a:t>
            </a:r>
            <a:r>
              <a:rPr sz="2200" b="0">
                <a:solidFill>
                  <a:srgbClr val="1B2A4A"/>
                </a:solidFill>
                <a:latin typeface="Segoe UI"/>
              </a:rPr>
              <a:t>qurilma protsessorga «menda yangi ma’lumot bor» degan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signal yuboradi, protsessor joriy ishni qisqa to‘xtatib, uni qabul qiladi.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Drayver: </a:t>
            </a:r>
            <a:r>
              <a:rPr sz="2200" b="0">
                <a:solidFill>
                  <a:srgbClr val="1B2A4A"/>
                </a:solidFill>
                <a:latin typeface="Segoe UI"/>
              </a:rPr>
              <a:t>operatsion tizimdagi dastur; u qurilma kontrolleri bilan «tilini topishadi».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KIRITISH QURILMALARI: KLAVIATURA, SICHQONCHA VA SKANERNING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Klaviatura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Klaviatura tugmalari ostida o‘tkazgich yo‘lakchalardan iborat matritsa (qatorlar va ustunlar to‘ri)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joylashgan. Tugma bosilganda qator va ustun tutashadi, klaviatura kontrolleri bu kesishmani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aniqlab, tugmaning skan-kodini kompyuterga yuboradi.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5619771"/>
                <a:gridCol w="3576218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Klaviatura 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Ishlash asosi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Membranali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Rezina gumbaz bosilib, plyonkadagi kontaktlar tutashadi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Arzon, jim, keng tarqalgan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Mexanik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tugma ostida alohida prujinali kalit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Chidamli, aniq bosiladi, qimmatroq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(virtual)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Sensorli ekranda dastur orqali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Planshet va maxsus ehtiyojlar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KIRITISH QURILMALARI: KLAVIATURA, SICHQONCHA VA SKANERNING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Optik sichqoncha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Zamonaviy optik sichqoncha ostida yorug‘lik diodi (LED) yoki lazer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sirtni yoritadi, kichik kamera-sensor esa soniyasiga minglab marta sirt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tasvirini oladi. Sichqoncha protsessori ketma-ket kadrlarni solishtirib,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siljish yo‘nalishi va masofasini hisoblaydi.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KIRITISH QURILMALARI: KLAVIATURA, SICHQONCHA VA SKANERNING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Skaner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Skaner hujjatni chiziqma-chiziq yoritadi. Qog‘ozdan qaytgan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yorug‘likni sensorlar chizig‘i — CCD (ko‘zgu va linza tizimli) yoki CIS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(qog‘ozga yaqin joylashgan ixcham sensor) — qabul qilib, elektr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signaliga aylantiradi.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CHIQARISH QURILMALARI: MONITOR, PRINTER VA KOLONKANING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Monitor tasvirni qanday hosil qiladi?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Ekrandagi tasvir mayda nuqtalar — piksellardan tashkil topadi. Har bir piksel uchta subpiksel —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qizil, yashil va ko‘k (RGB) dan iborat; ularning yorqinligini o‘zgartirib, millionlab ranglar hosil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205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2"/>
                <a:gridCol w="4667661"/>
                <a:gridCol w="1950664"/>
                <a:gridCol w="29259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Texnologiya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Ishlash prinsipi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Afzalligi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Kamchiligi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LCD (IPS, VA, TN)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Orqa yoritish nuri suyuq kristallar qatlami orqali o‘tib, filtrlar…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Arzon, uzoq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Qora rang to‘liq qora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OLED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piksel o‘zi nur chiqaradi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Chuqur qora, yuqori kontrast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Qimmat, statik tasvir iz qoldirishi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CHIQARISH QURILMALARI: MONITOR, PRINTER VA KOLONKANING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Printer qanday chop etadi?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Lazerli printer: </a:t>
            </a:r>
            <a:r>
              <a:rPr sz="2600" b="0">
                <a:solidFill>
                  <a:srgbClr val="1B2A4A"/>
                </a:solidFill>
                <a:latin typeface="Segoe UI"/>
              </a:rPr>
              <a:t>lazer nuri yorug‘likka sezgir barabanda elektr zaryadli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«tasvir» chizadi; toner kukuni zaryadlangan joylarga yopishadi, so‘ng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qog‘ozga o‘tadi va…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Purkagichli printer: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kallakdagi juda mayda soplolardan siyoh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tomchilari qizdirish (termik) yoki pyezoelement tebranishi yordamida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purkaladi.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6234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47370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Rang hosil qilish: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printerlar CMYK modelidan — moviy (Cyan), qirmizi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(Magenta), sariq (Yellow) va qora (Key) ranglardan foydalanadi.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CHIQARISH QURILMALARI: MONITOR, PRINTER VA KOLONKANING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Kolonka va ovoz kartasi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Ovoz fayli raqamli ko‘rinishda saqlanadi. Ovoz kartasidagi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raqamli-analog o‘zgartirgich (DAC) uni o‘zgaruvchan elektr signaliga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aylantiradi, kuchaytirgich signalni kuchaytiradi.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Interfeys (shina)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Ma’lumot uzatiladigan yo‘l — USB, HDMI, PCI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Express, SATA.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Kontroller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Har bir qurilmaning ichidagi kichik mikrosxema; u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signalni standart ko‘rinishga keltiradi.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Lazerli printer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Lazer nuri yorug‘likka sezgir barabanda elektr zaryadli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«tasvir» chizadi; toner kukuni zaryadlangan joylarga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yopishadi, so‘ng qog‘ozga o‘tadi va…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Purkagichli printer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Kallakdagi juda mayda soplolardan siyoh tomchilari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qizdirish (termik) yoki pyezoelement tebranishi yordamida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purkaladi.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Rang hosil qilish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Printerlar CMYK modelidan — moviy (Cyan), qirmizi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(Magenta), sariq (Yellow) va qora (Key) ranglardan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foydalanadi.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Uzilish (interrupt)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Qurilma protsessorga «menda yangi ma’lumot bor» degan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signal yuboradi, protsessor joriy ishni qisqa to‘xtatib, uni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qabul qiladi.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kompyuterda analog signalni raqamli signalga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aylantirish zarur?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Klaviatura matritsasi va skan-kod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Optik sichqoncha siljishni qanday aniqlaydi va DPI nimani bildiradi?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LCD va OLED ekranlarning ishlash prinsipidagi asosiy farq nimada?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Lazerli printerda tasvir qog‘ozga qanday o‘tadi va qotadi?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16-mavzu. Kompyuter qurilmalarining ishlash prinsiplari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