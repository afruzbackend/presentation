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Klaviatura, sichqoncha,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monitor va boshqa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qurilmalarni ulash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blokining tashqi portlari va ularni tanib olish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Klaviatura, sichqoncha, monitor va quvvat kabellarini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ulash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ish o‘rnini yig‘ish, yoqish va ulanishlarni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tizim bloki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portlarini tanib olish,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klaviatura, sichqoncha, monitor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quvvat kabellarini to‘g‘ri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ulash hamda ish o‘rnini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ishga tushirish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Portlarni shakli va belgisiga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ko‘ra aniqlaydilar,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ketma-ketlikda ulaydilar va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o‘rnining to‘liq ishlashini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TIZIM BLOKINING TASHQI PORTLARI VA ULARNI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blokining tashqi portlari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 blokining orqa panelida ona plata portlari (I/O panel) va videokarta portlari joylashgan. Old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panelda odatda bir nechta USB port, quloqchin va mikrofon uyalari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25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2"/>
                <a:gridCol w="5674660"/>
                <a:gridCol w="4078662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Port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Tashqi ko‘rinishi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Nima ulanadi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USB-A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To‘rtburchak yassi uya; USB 3.x lari ko‘pincha ko‘k rangda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Klaviatura, sichqoncha, fleshka, printer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USB-C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Kichik oval, ikki tomonlama ulanadi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Zamonaviy qurilmalar, ba’zi monitorlar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PS/2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Dumaloq, 6 kontaktli; binafsha — klaviatura, yashil — 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Eski klaviatura va sichqoncha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HDMI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Trapetsiyasimon yassi uya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Monitor, televizor, proyektor (tasvir va ovoz)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DisplayPort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Bir burchagi kesilgan to‘rtburchak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Monitor (yuqori chastotali)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TIZIM BLOKINING TASHQI PORTLARI VA ULARNI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Monitorni qaysi portga ulash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kompyuterda alohida (diskret) videokarta o‘rnatilgan bo‘lsa,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monitor albatta videokarta portiga ulanadi — u odatda orqa panelning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pastki qismida, gorizontal joylashgan bo‘ladi.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TIZIM BLOKINING TASHQI PORTLARI VA ULARNI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 va uning quvvat kabeli (C13 uchli kabel).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Monitor, uning quvvat kabeli yoki adapteri va video kabel (HDMI,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DisplayPort yoki VGA).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USB klaviatura va sichqoncha (yoki PS/2).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Yerga ulangan rozetka va filtrli uzatgich.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KLAVIATURA, SICHQONCHA, MONITOR VA QUVVAT KABELLARINI ULASH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Barcha kabellar quvvat o‘chirilgan holatda ulanadi. Quvvat kabeli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uzatgich eng oxirida rozetkaga ulanadi. Kabellar o‘tish yo‘lida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yotmasligi, stul g‘ildiragi ostida qolmasligi kerak. Nam qo‘l bilan vilka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rozetkaga tegilmaydi.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KLAVIATURA, SICHQONCHA, MONITOR VA QUVVAT KABELLARINI ULASH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Ulash ketma-ketligi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Tizim bloki va monitorni stolga barqaror o‘rnatish; tizim blokining orqa qismi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ventilyatsiya uchun devordan kamida 10 sm uzoqda bo‘lsin.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8461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7421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Uzatgich o‘chirilganligiga va tizim bloki ortidagi quvvat kaliti «O» holatida ekaniga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ishonch hosil qilish.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1367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327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Video kabelni avval monitorga, so‘ng tizim blokining videokarta portiga ulash; VGA va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DVI kabellarining vintlarini qo‘lda burab mahkamlash.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427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3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Klaviatura va sichqonchani orqa paneldagi USB portlarga ulash (PS/2 bo‘lsa — rangiga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mos uyaga, faqat kompyuter o‘chiq holatda).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Monitor quvvat kabelini monitorga va uzatgichga ulash.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4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490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Tizim bloki quvvat kabelini quvvat blokidagi uyaga, keyin uzatgichga ulash.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KLAVIATURA, SICHQONCHA, MONITOR VA QUVVAT KABELLARINI ULASH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Ulanishni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ishlab chiqaruvchi logotipi yoki POST ekrani, so‘ng Windows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kirish oynasi paydo bo‘lishi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Caps Lock va Num Lock tugmalari bosilganda indikatorlar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yonishi, parol maydoniga matn kiritilishi.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optik sensor nuri yonishi, kursor ekranda silliq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harakatlanishi.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Tasvir sozligi: </a:t>
            </a:r>
            <a:r>
              <a:rPr sz="2600" b="0">
                <a:solidFill>
                  <a:srgbClr val="1B2A4A"/>
                </a:solidFill>
                <a:latin typeface="Segoe UI"/>
              </a:rPr>
              <a:t>Sozlamalar → Tizim → Displey bo‘limida tavsiya etilgan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(Recommended) ruxsat tanlanganini tekshirish.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O‘RNINI YIG‘ISH, YOQISH VA ULANISHLARNI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4240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698"/>
                <a:gridCol w="4316125"/>
                <a:gridCol w="4007830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Tuzatish usuli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Monitorda «No Signal» yozuvi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Kabel ona plata portiga ulangan yoki monitorda kirish manbai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Kabelni videokartaga ulash; monitor menyusida kirishni (HDMI/DP)…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Ekran butunlay qora, indikator yonmaydi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Monitor quvvat kabeli ulanmagan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Quvvat kabelini va monitor tugmasini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Klaviatura ishlamaydi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Old paneldagi USB port ulanmagan yoki nosoz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Orqa paneldagi boshqa USB portga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Kursor sakraydi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Sichqoncha yaltiroq yoki shaffof sirtda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Sichqoncha gilamchasidan foydalanish, sensorni tozalash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Tasvir xira, harflar cho‘zilgan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Ruxsat noto‘g‘ri tanlangan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Displey sozlamalarida tavsiya etilgan ruxsatni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O‘RNINI YIG‘ISH, YOQISH VA ULANISHLARNI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o‘rnini ergonomik tashkil etish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Qurilmalarni ulagandan so‘ng ular qulay joylashtiriladi: monitorning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yuqori cheti ko‘z sathida yoki biroz pastda, ko‘zdan ekrangacha masofa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50–70 sm. Klaviatura tirsak sathida, sichqoncha esa klaviatura yonida,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 uzatilmaydigan joyda bo‘lishi kerak.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ISH O‘RNINI YIG‘ISH, YOQISH VA ULANISHLARNI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yakunlash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oxirida kompyuter Boshlash → Quvvat → O‘chirish buyrug‘i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to‘g‘ri o‘chiriladi, so‘ng uzatgich o‘chiriladi. Kabellarni uzish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teskari tartibda — avval quvvat, keyin ma’lumot kabellari — bajariladi.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Juftlikda o‘quvchilar o‘chirilgan va kabellari ajratilgan ish o‘rnini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mustaqil yig‘adi: monitor (videokarta porti orqali), klaviatura,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sichqoncha va quvvat kabellarini…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Tasvir sozligi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Sozlamalar → Tizim → Displey bo‘limida tavsiya etilgan (Recommended) ruxsat tanlanganini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blokidagi HDMI, DisplayPort va VGA portlarini qanday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farqlash 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Diskret videokarta bo‘lsa, monitor qaysi portga ulanishi kerak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Nega PS/2 qurilmalari faqat kompyuter o‘chiq holatda ulanadi?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Monitorda «No Signal» yozuvi chiqsa, nimalarni tekshirish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Kabellarni ulash va uzishda qanday xavfsizlik qoidalariga rioya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Klaviatura, sichqoncha, monitor va boshqa asosiy qurilmalarni ulash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