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16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komponentlarining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vazifalari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 va boshqaruv komponentlari: protsessor, ona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plata va chipset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Xotira ierarxiyasi: kesh, tezkor xotira va doimiy saqlash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qurilmalari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Videokarta, quvvat bloki, sovutish tizimi va tarmoq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adapterining tizimdagi o‘rni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kompyuter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tizimining har bir asosiy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komponenti qanday vazifani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bajarishi, komponentlar o‘zaro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qanday hamkorlik qilishi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ularning kompyuter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unumdorligiga ta’siri haqida bilim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Kompyuter tizimi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komponentlarining vazifalarini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belgilaydilar va har bir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komponentning tizimdagi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ahamiyatini sodda hayotiy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misollar bilan tushuntira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HISOBLASH VA BOSHQARUV KOMPONENTLARI: PROTSESSOR, ONA PLATA VA CHIPSET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Komponentlar — yagona jamoa a’zolari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tizimini kichik korxonaga o‘xshatish mumkin: unda rahbar,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 stoli, arxiv, xabarchi va energiya manbai bor. Har bir komponent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(tarkibiy qism) o‘z vazifasini bajaradi, ammo natija faqat ularning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birgalikdagi ishida hosil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HISOBLASH VA BOSHQARUV KOMPONENTLARI: PROTSESSOR, ONA PLATA VA CHIPSET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Protsessor (CPU) — tizimning «miyasi»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995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Markaziy protsessor (CPU) dastur buyruqlarini birma-bir o‘qiydi, ularni tahlil qiladi va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bajaradi: arifmetik hisoblar, solishtirish, ma’lumotni bir joydan boshqa joyga ko‘chirish.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831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276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Yadrolar soni: </a:t>
            </a:r>
            <a:r>
              <a:rPr sz="2100" b="0">
                <a:solidFill>
                  <a:srgbClr val="1B2A4A"/>
                </a:solidFill>
                <a:latin typeface="Segoe UI"/>
              </a:rPr>
              <a:t>bir vaqtda bajariladigan vazifalar soniga ta’sir qiladi (masalan, video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montaj va brauzer bir paytda).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1222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01822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Takt chastotasi (GHz): </a:t>
            </a:r>
            <a:r>
              <a:rPr sz="2100" b="0">
                <a:solidFill>
                  <a:srgbClr val="1B2A4A"/>
                </a:solidFill>
                <a:latin typeface="Segoe UI"/>
              </a:rPr>
              <a:t>bir soniyadagi ish sikllari soni; yuqori chastota — bitta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vazifaning tezroq bajarilishi.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128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30878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Kesh xotira: </a:t>
            </a:r>
            <a:r>
              <a:rPr sz="2100" b="0">
                <a:solidFill>
                  <a:srgbClr val="1B2A4A"/>
                </a:solidFill>
                <a:latin typeface="Segoe UI"/>
              </a:rPr>
              <a:t>protsessor ichidagi juda tez xotira; tez-tez kerak bo‘ladigan ma’lumotni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yaqinda saqlaydi.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7033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59934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O‘rnatilgan grafika: </a:t>
            </a:r>
            <a:r>
              <a:rPr sz="2100" b="0">
                <a:solidFill>
                  <a:srgbClr val="1B2A4A"/>
                </a:solidFill>
                <a:latin typeface="Segoe UI"/>
              </a:rPr>
              <a:t>ko‘plab protsessorlarda oddiy videokarta vazifasini bajaradigan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grafik yadro 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HISOBLASH VA BOSHQARUV KOMPONENTLARI: PROTSESSOR, ONA PLATA VA CHIPSET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Ona plata va chipset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Ona plata (motherboard) — barcha komponentlarni bir-biriga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ulaydigan asosiy plata. U protsessor uchun uyani (soket), RAM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slotlarni, kengaytirish kartalari uchun PCI Express slotlarini, disk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ulagichlarini va tashqi portlarni o‘zida jamlaydi.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XOTIRA IERARXIYASI: KESH, TEZKOR XOTIRA VA DOIMIY SAQLASH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Nega xotira bir necha darajadan iborat?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Ideal xotira bir vaqtda juda tez, juda katta va arzon bo‘lishi kerak edi, ammo bunday xotira mavjud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emas.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343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1066"/>
                <a:gridCol w="2761050"/>
                <a:gridCol w="4654343"/>
                <a:gridCol w="1262194"/>
              </a:tblGrid>
              <a:tr h="722630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Odatiy hajm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Asosiy vazifasi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Elektr o‘chganda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Registrlar va kesh (L1–L3)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Kilobaytlardan o‘nlab megabaytgacha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Protsessorga hozir kerak bo‘lgan ma’lumotni darhol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O‘chadi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Tezkor xotira (RAM)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8–32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Ishlab turgan dasturlar va ochiq fayllarni 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O‘chadi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SSD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256 GB – 2 TB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OT, dasturlar va fayllarni tez yuklash uchun doimiy saqlash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Saqlanadi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HDD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1–8 TB va undan ko‘p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Katta hajmdagi arxiv va media fayllarni 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Saqlanadi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XOTIRA IERARXIYASI: KESH, TEZKOR XOTIRA VA DOIMIY SAQLASH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Tezkor xotira (RAM) — «ish stoli»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RAM (Random Access Memory) — protsessor hozir ishlayotgan dastur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ma’lumotlarni vaqtincha saqlaydigan xotira. Uni ish stoliga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o‘xshatish mumkin: stol qancha katta bo‘lsa, unda shuncha ko‘p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hujjatni bir vaqtda ochiq qoldirish mumkin.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XOTIRA IERARXIYASI: KESH, TEZKOR XOTIRA VA DOIMIY SAQLASH QURILMALARI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Doimiy saqlash qurilmalari — «arxiv»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Qattiq disk (HDD) va qattiq jismli disk (SSD) ma’lumotni elektr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o‘chganda ham saqlaydi. Operatsion tizim, dasturlar, hujjatlar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rasmlar shu yerda turadi.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Misol 1: </a:t>
            </a:r>
            <a:r>
              <a:rPr sz="2600" b="0">
                <a:solidFill>
                  <a:srgbClr val="1B2A4A"/>
                </a:solidFill>
                <a:latin typeface="Segoe UI"/>
              </a:rPr>
              <a:t>RAM 4 GB bo‘lgan kompyuterda 20 ta brauzer yorlig‘i ochilsa,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tizim «qotib» qoladi — sabab protsessor emas, xotira yetishmasligi.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2502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7525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Misol 2: </a:t>
            </a:r>
            <a:r>
              <a:rPr sz="2600" b="0">
                <a:solidFill>
                  <a:srgbClr val="1B2A4A"/>
                </a:solidFill>
                <a:latin typeface="Segoe UI"/>
              </a:rPr>
              <a:t>eski HDD ni SSD ga almashtirish ko‘pincha protsessorni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almashtirishdan ham sezilarliroq tezlik beradi.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VIDEOKARTA, QUVVAT BLOKI, SOVUTISH TIZIMI VA TARMOQ ADAPTERINING TIZIMDAGI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Videokarta (GPU)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Videokarta tasvirni hisoblab, monitorga yuboradi. Oddiy ofis ishlari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protsessorga o‘rnatilgan grafika yetarli, ammo 3D o‘yinlar, video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montaj, muhandislik grafikasi va sun’iy intellekt dasturlari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alohida (diskret) videokarta kerak bo‘ladi.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VIDEOKARTA, QUVVAT BLOKI, SOVUTISH TIZIMI VA TARMOQ ADAPTERINING TIZIMDAGI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Quvvat bloki (PSU)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Quvvat bloki elektr tarmog‘idagi 220 V o‘zgaruvchan tokni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komponentlar uchun zarur bo‘lgan past kuchlanishli (12 V, 5 V, 3,3 V)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o‘zgarmas tokka aylantiradi.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VIDEOKARTA, QUVVAT BLOKI, SOVUTISH TIZIMI VA TARMOQ ADAPTERINING TIZIMDAGI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Sovutish tizimi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Protsessor, videokarta va quvvat bloki ishlaganda issiqlik ajratadi.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Sovutish tizimi (radiator, ventilyatorlar, termopasta, ba’zan suyuq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sovutish) bu issiqlikni korpusdan tashqariga chiqaradi.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VIDEOKARTA, QUVVAT BLOKI, SOVUTISH TIZIMI VA TARMOQ ADAPTERINING TIZIMDAGI O‘RNI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 adapteri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Tarmoq adapteri kompyuterni mahalliy tarmoq va Internetga ulaydi: simli (Ethernet, RJ-45 porti)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yoki simsiz (Wi-Fi). Ko‘pchilik ona platalarda simli adapter o‘rnatilgan bo‘ladi.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459"/>
                <a:gridCol w="4833789"/>
                <a:gridCol w="41264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Komponent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Asosiy vazifasi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 bo‘lsa nima kuzatiladi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Buyruqlarni bajarish, hisoblash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Umumiy sekinlik, yuqori yuklama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Ishlayotgan dasturlarni vaqtincha saqlash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 oyna ochilganda qotish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SSD/HDD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Ma’lumotlarni doimiy saqlash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Sekin yuklanish, fayllar yo‘qolishi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Quvvat bloki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Komponentlarni elektr bilan ta’minlash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O‘z-o‘zidan o‘chish, yoqilmaslik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Sovutish tizimi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Issiqlikni chiqarish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Shovqin, qizish, to‘satdan o‘chish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Kesh xotira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Protsessor ichidagi juda tez xotira; tez-tez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kerak bo‘ladigan ma’lumotni yaqinda saqlaydi.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Ona plata (motherboard)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Barcha komponentlarni bir-biriga ulaydigan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asosiy plata.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O‘rnatilgan grafika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Ko‘plab protsessorlarda oddiy videokarta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vazifasini bajaradigan grafik yadro bor.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RAM (Random Access Memory)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Protsessor hozir ishlayotgan dastur va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ma’lumotlarni vaqtincha saqlaydigan xotira.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Takt chastotasi (GHz)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Bir soniyadagi ish sikllari soni; yuqori chastota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— bitta vazifaning tezroq bajarilishi.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23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85"/>
              </a:lnSpc>
            </a:pPr>
            <a:r>
              <a:rPr sz="1900" b="1">
                <a:solidFill>
                  <a:srgbClr val="1B2A4A"/>
                </a:solidFill>
                <a:latin typeface="Georgia"/>
              </a:rPr>
              <a:t>Yadrolar soni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57673"/>
            <a:ext cx="4936991" cy="574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3A4560"/>
                </a:solidFill>
                <a:latin typeface="Segoe UI"/>
              </a:rPr>
              <a:t>Bir vaqtda bajariladigan vazifalar soniga ta’sir qiladi</a:t>
            </a:r>
            <a:br/>
            <a:r>
              <a:rPr sz="1600" b="0">
                <a:solidFill>
                  <a:srgbClr val="3A4560"/>
                </a:solidFill>
                <a:latin typeface="Segoe UI"/>
              </a:rPr>
              <a:t>(masalan, video montaj va brauzer bir paytda).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Protsessorning qaysi ko‘rsatkichlari uning unumdorligiga ta’sir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7622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7622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7947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6865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Ona plata va chipsetning tizimdagi vazifasi nimadan iborat?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Xotira ierarxiyasi nima va u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RAM yetishmaganda kompyuterda qanday holat kuzatiladi va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Quvvat bloki va sovutish tizimidagi muammolar kompyuter ishiga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qanday ta’sir qiladi?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16 / 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9-mavzu. Kompyuter tizimi komponentlarining vazifalari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