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tizimiga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texnik xizmat ko‘rsatish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Texnik xizmat ko‘rsatish tushunchasi, maqsadi va turlari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Dasturiy va apparat texnik xizmat ko‘rsatish yo‘nalishlari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hamda davriyligi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Texnik xizmatni rejalashtirish, hujjatlashtirish va xavfsizlik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talablari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tizimiga texnik xizmat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ko‘rsatishning maqsadi, turlari,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yo‘nalishlari, davriyligi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hujjatlashtirish tartibi haqida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nazariy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texnik xizmat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farqlaydilar, dasturiy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apparat xizmat ishlarini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tasniflaydilar hamda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texnik xizmat rejasini tuza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TEXNIK XIZMAT KO‘RSATISH TUSHUNCHASI, MAQSADI VA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xizmat ko‘rsatish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Texnik xizmat ko‘rsatish — kompyuter tizimining ishonchli, xavfsiz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unumli ishlashini ta’minlash uchun muntazam bajariladigan tadbirlar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majmuasi.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TEXNIK XIZMAT KO‘RSATISH TUSHUNCHASI, MAQSADI VA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xizmatning maqsadlari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Ishonchlilik: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to‘satdan ishdan chiqish va to‘xtab qolish holatlarini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kamaytirish.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Unumdorlik: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tizimning tez ishlashini saqlab qolish.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Xavfsizlik: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zaifliklarni yangilanishlar orqali yopish, viruslardan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himoyalash.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Uzoq xizmat muddati: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qurilmalarning eskirishini sekinlashtirish.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Ma’lumotlar butunligi: </a:t>
            </a:r>
            <a:r>
              <a:rPr sz="2600" b="0">
                <a:solidFill>
                  <a:srgbClr val="1B2A4A"/>
                </a:solidFill>
                <a:latin typeface="Segoe UI"/>
              </a:rPr>
              <a:t>muntazam zaxira nusxa olish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ma’lumotlarni saqlash.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TEXNIK XIZMAT KO‘RSATISH TUSHUNCHASI, MAQSADI VA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xizmat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Tajriba shuni ko‘rsatadiki, profilaktikaga sarflangan vaqt va mablag' tuzatuvchi ta’mirga qaraganda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ancha kam bo‘ladi. Shuning uchun yaxshi tashkil etilgan IT-xizmat asosiy e’tiborni oldini olishga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qaratadi.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372"/>
                <a:gridCol w="3801492"/>
                <a:gridCol w="4561790"/>
              </a:tblGrid>
              <a:tr h="4368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Mohiyati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Profilaktik (oldini oluvchi)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Nosozlik yuz bermasdan oldin bajariladi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Changdan tozalash, disk holatini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Rejali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Belgilangan jadval bo‘yicha davriy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Har chorakda barcha kompyuterlarni ko‘rikdan o‘tkazish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Tuzatuvchi (operativ)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Nosozlik yuz bergandan keyin bajariladi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Ishdan chiqqan blok yoki kabelni almashtirish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Modernizatsiya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Imkoniyatlarni oshirish uchun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HDD ni SSD ga, xotirani kattaroqqa almashtirish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DASTURIY VA APPARAT TEXNIK XIZMAT KO‘RSATISH YO‘NALISHLARI HAMDA DAVRIYLIGI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Dasturiy texnik xizmat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528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Dasturiy xizmat operatsion tizim va dasturlar holatini yaxshilashga qaratilgan.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4433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260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OT va dasturlarni yangilash (Windows Update, brauzer, ofis dasturlari).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84826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2999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Drayverlarni dolzarb holatda saqlash.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35220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23392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Antivirus bazasini yangilash va to‘liq tekshiruv o‘tkazish.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385614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73786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Vaqtinchalik fayllar va keraksiz dasturlarni o‘chirish, disk bo‘sh joyini nazorat qilish.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36007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24180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Diskni optimallashtirish va xatolarga tekshirish, tizim fayllari butunligini tiklash.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486401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474573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Muhim ma’lumotlarning zaxira nusxasini olish va tiklash nuqtasini yaratish.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DASTURIY VA APPARAT TEXNIK XIZMAT KO‘RSATISH YO‘NALISHLARI HAMDA DAVRIYLIGI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Apparat texnik xizmat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Apparat xizmat qurilmalarning jismoniy holatiga taalluqli: korpus ichini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changdan tozalash, ventilyatorlar ishini tekshirish, protsessor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sovutgichidagi termopastani yangilash, kabel va ulagichlarni tekshirish,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klaviatura, sichqoncha va monitorni tozalash, UPS…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DASTURIY VA APPARAT TEXNIK XIZMAT KO‘RSATISH YO‘NALISHLARI HAMDA DAVRIYLIGI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Taxminiy davriylik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064"/>
                <a:gridCol w="623759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Davriyligi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va antivirus yangilanishlari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Avtomatik, kamida haftada bir marta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Ma’lumotlarning zaxira nusxasi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Muhimligiga qarab har kuni yoki har hafta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Vaqtinchalik fayllarni tozalash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Oyiga bir marta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Korpus ichini changdan tozalash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6–12 oyda bir marta, changli xonada tez-tez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Termopastani yangilash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necha yilda bir marta yoki qizish kuzatilganda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TEXNIK XIZMATNI REJALASHTIRISH, HUJJATLASHTIRISH VA XAVFSIZLIK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xizmatni rejalashtirish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xonasida 15–20 ta kompyuter bo‘lsa, ishni tartibsiz bajarish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samarasiz. Shuning uchun yillik va oylik texnik xizmat rejasi tuziladi: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unda har bir kompyuterning inventar raqami, bajariladigan ishlar,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muddati va mas’ul shaxs ko‘rsatiladi.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TEXNIK XIZMATNI REJALASHTIRISH, HUJJATLASHTIRISH VA XAVFSIZLIK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xizmat jurnali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bajarilgan ish texnik xizmat jurnaliga yoziladi. Jurnal yozuvida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quyidagilar bo‘ladi: sana, kompyuterning inventar raqami, aniqlangan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holat yoki nosozlik, bajarilgan ish, almashtirilgan qism, ijrochining ismi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imzosi.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TEXNIK XIZMATNI REJALASHTIRISH, HUJJATLASHTIRISH VA XAVFSIZLIK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xizmat paytidagi xavfsizlik talablari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Shunday qilib, texnik xizmat ko‘rsatish — tasodifiy emas, balki rejali, hujjatlashtirilgan va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xavfsizlik qoidalariga to‘liq amal qilingan holda bajariladigan jarayondir. Keyingi amaliy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mashg‘ulotlarda dasturiy va apparat xizmat ishlarini bevosita bajaramiz.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Apparat ishlarini faqat kompyuterni o‘chirib, elektr tarmog‘idan uzgandan keyin boshlash.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604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5788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Statik elektrdan himoyalanish: </a:t>
            </a:r>
            <a:r>
              <a:rPr sz="2000" b="0">
                <a:solidFill>
                  <a:srgbClr val="1B2A4A"/>
                </a:solidFill>
                <a:latin typeface="Segoe UI"/>
              </a:rPr>
              <a:t>antistatik bilaguzukdan foydalanish yoki korpusning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bo‘yalmagan metall qismiga tegib, zaryadni yo‘qotish.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5695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5442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Quvvat blokini (blok pitaniya) va monitorni ochmaslik — ularning ichidagi kondensatorlar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o‘chirilgandan keyin ham zaryad saqlaydi.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5349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5096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Dasturiy o‘zgarishlardan oldin tiklash nuqtasi yaratish va muhim ma’lumotlarni zaxiralash.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2492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22392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Faqat litsenziyali va ishonchli manbadan olingan dasturlardan foydalanish.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Ishonchlilik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To‘satdan ishdan chiqish va to‘xtab qolish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holatlarini kamaytirish.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Ma’lumotlar butunligi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Muntazam zaxira nusxa olish orqali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ma’lumotlarni saqlash.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Texnik xizmat ko‘rsatish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Kompyuter tizimining ishonchli, xavfsiz va unumli ishlashini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ta’minlash uchun muntazam bajariladigan tadbirlar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majmuasi.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Unumdorlik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Tizimning tez ishlashini saqlab qolish.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Uzoq xizmat muddati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301487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Qurilmalarning eskirishini sekinlashtirish.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Texnik xizmat ko‘rsatishning asosiy maqsadlari nimalardan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Profilaktik va tuzatuvchi texnik xizmatning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Dasturiy texnik xizmatga qanday ishlar kiradi?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Texnik xizmat jurnaliga qanday ma’lumotlar yoziladi?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quvvat blokini mustaqil ochish taqiqlanadi?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28-mavzu. Kompyuter tizimiga texnik xizmat ko‘rsatish asoslari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