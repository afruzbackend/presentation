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Operatsion tizimning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boshlang‘ich parametrlari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Boshlang‘ich parametrlar tushunchasi va ularni sozlash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vositalari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Foydalanuvchiga oid parametrlar: hisob qaydnomalari, til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va hudud, sana va vaqt, ekran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Tizimga oid parametrlar: kompyuter nomi, tarmoq profili,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yangilanish, quvvat va maxfiylik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operatsion tizim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o‘rnatilgandan keyin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sozlanadigan boshlang‘ich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parametrlar, ularning vazifasi,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o‘zaro bog‘liqligi va qaysi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vositalar orqali o‘zgartirilishi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haqida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Operatsion tizimning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boshlang‘ich parametrlarini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guruhlarga ajratib izohlaydilar,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har bir parametr qayerda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sozlanishini va foydalanuvchi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ishiga qanday ta’sir qilishini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tushuntira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BOSHLANG‘ICH PARAMETRLAR TUSHUNCHASI VA ULARNI SOZLASH VOSITALARI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Boshlang‘ich parametrlar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Operatsion tizim o‘rnatilgandan so‘ng u «umumiy» holatda bo‘ladi: til,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vaqt mintaqasi, ekran ruxsati, foydalanuvchi hisoblari aniq kompyuter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aniq foydalanuvchi uchun moslanmagan.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BOSHLANG‘ICH PARAMETRLAR TUSHUNCHASI VA ULARNI SOZLASH VOSITALARI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Sozlash vositalari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Windows 10/11 da parametrlar asosan Sozlamalar ilovasi orqali o‘zgartiriladi («Win + I»). Ba’zi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kengaytirilgan parametrlar hali ham an’anaviy Boshqaruv panelida saqlangan («Win + R» →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control).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3532"/>
                <a:gridCol w="760512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Sozlamalar bo‘limi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Asosiy parametrlar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Tizim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Ekran, ovoz, quvvat, xotira, kompyuter nomi («Haqida»)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 va Internet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Wi-Fi, Ethernet, tarmoq profili, proksi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Foydalanuvchi ma’lumotlari, kirish parametrlari, boshqa…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Vaqt va til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Sana va vaqt, til va hudud, klaviatura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Maxfiylik va xavfsizlik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Ruxsatlar, Windows xavfsizligi, joylashuv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FOYDALANUVCHIGA OID PARAMETRLAR: HISOB QAYDNOMALARI, TIL VA HUDUD, SANA VA VAQT, EKRAN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Foydalanuvchi hisob qaydnomalari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132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0">
                <a:solidFill>
                  <a:srgbClr val="3A4560"/>
                </a:solidFill>
                <a:latin typeface="Segoe UI"/>
              </a:rPr>
              <a:t>Windows da har bir odam o‘z hisob qaydnomasi bilan ishlashi tavsiya etiladi: shunda har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kimning ish stoli, hujjatlari va sozlamalari alohida saqlanadi. Hisoblar ikki jihatdan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farqlanadi — kirish usuli va huquq darajasi bo‘yicha.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8898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86456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Microsoft hisobi: </a:t>
            </a:r>
            <a:r>
              <a:rPr sz="2000" b="0">
                <a:solidFill>
                  <a:srgbClr val="1B2A4A"/>
                </a:solidFill>
                <a:latin typeface="Segoe UI"/>
              </a:rPr>
              <a:t>elektron pochta orqali kiriladi; sozlamalar va OneDrive fayllari qurilmalar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o‘rtasida sinxronlanadi, parolni Internet orqali tiklash mumkin.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8552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83000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Lokal hisob: </a:t>
            </a:r>
            <a:r>
              <a:rPr sz="2000" b="0">
                <a:solidFill>
                  <a:srgbClr val="1B2A4A"/>
                </a:solidFill>
                <a:latin typeface="Segoe UI"/>
              </a:rPr>
              <a:t>faqat shu kompyuterda mavjud, Internet talab qilmaydi; o‘quv xonalari va ofis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kompyuterlarida ko‘p qo‘llanadi.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8207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79544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Administrator: </a:t>
            </a:r>
            <a:r>
              <a:rPr sz="2000" b="0">
                <a:solidFill>
                  <a:srgbClr val="1B2A4A"/>
                </a:solidFill>
                <a:latin typeface="Segoe UI"/>
              </a:rPr>
              <a:t>dastur o‘rnatish, tizim sozlamalarini o‘zgartirish, boshqa hisoblarni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boshqarish huquqiga ega.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7861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276088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Standart foydalanuvchi: </a:t>
            </a:r>
            <a:r>
              <a:rPr sz="2000" b="0">
                <a:solidFill>
                  <a:srgbClr val="1B2A4A"/>
                </a:solidFill>
                <a:latin typeface="Segoe UI"/>
              </a:rPr>
              <a:t>kundalik ish uchun; tizim sozlamalarini o‘zgartirishda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administrator parolini so‘raydi — bu viruslar va xato harakatlardan himoya qiladi.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FOYDALANUVCHIGA OID PARAMETRLAR: HISOB QAYDNOMALARI, TIL VA HUDUD, SANA VA VAQT, EKRAN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Til, hudud, sana va vaqt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Interfeys tili menyu va oynalar tilini, klaviatura tartiblari esa matn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kiritish tilini belgilaydi; tartiblar o‘rtasida «Win + Space» yoki «Alt +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Shift» bilan almashiladi.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FOYDALANUVCHIGA OID PARAMETRLAR: HISOB QAYDNOMALARI, TIL VA HUDUD, SANA VA VAQT, EKRAN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Ekran parametrlari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Ruxsat: </a:t>
            </a:r>
            <a:r>
              <a:rPr sz="2400" b="0">
                <a:solidFill>
                  <a:srgbClr val="1B2A4A"/>
                </a:solidFill>
                <a:latin typeface="Segoe UI"/>
              </a:rPr>
              <a:t>monitor uchun «tavsiya etilgan» qiymat tanlanadi, aks holda tasvir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xira bo‘ladi.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Masshtab: </a:t>
            </a:r>
            <a:r>
              <a:rPr sz="2400" b="0">
                <a:solidFill>
                  <a:srgbClr val="1B2A4A"/>
                </a:solidFill>
                <a:latin typeface="Segoe UI"/>
              </a:rPr>
              <a:t>matn va belgilar o‘lchami (100%, 125%, 150%); kichik ekranli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yuqori ruxsatli noutbuklarda oshiriladi.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Yo‘nalish: </a:t>
            </a:r>
            <a:r>
              <a:rPr sz="2400" b="0">
                <a:solidFill>
                  <a:srgbClr val="1B2A4A"/>
                </a:solidFill>
                <a:latin typeface="Segoe UI"/>
              </a:rPr>
              <a:t>albom yoki kitob ko‘rinishi.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16881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03479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Bir nechta ekran: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«Win + P» orqali takrorlash, kengaytirish yoki faqat bitta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ekranni tanlash; proyektor bilan ishlashda zarur.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954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6138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Tungi yorug‘lik: </a:t>
            </a:r>
            <a:r>
              <a:rPr sz="2400" b="0">
                <a:solidFill>
                  <a:srgbClr val="1B2A4A"/>
                </a:solidFill>
                <a:latin typeface="Segoe UI"/>
              </a:rPr>
              <a:t>kechqurun ko‘k nurni kamaytirib, ko‘z charchashini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pasaytiradi.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TIZIMGA OID PARAMETRLAR: KOMPYUTER NOMI, TARMOQ PROFILI, YANGILANISH, QUVVAT VA…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nomi va tarmoq profili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Tarmoqda har bir kompyuter o‘z nomi bilan tanib olinadi. O‘rnatishda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Windows tasodifiy nom beradi (masalan, DESKTOP-7H2K9QX), shuning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uchun ofis va o‘quv xonalarida tushunarli nom beriladi: KAB12-PC05.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TIZIMGA OID PARAMETRLAR: KOMPYUTER NOMI, TARMOQ PROFILI, YANGILANISH, QUVVAT VA…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Yangilanish, quvvat va maxfiylik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430"/>
                <a:gridCol w="4927234"/>
                <a:gridCol w="421199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Parametr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 uchun muhim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Tavsiya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Update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Xavfsizlik teshiklarini yopadi, drayverlarni yangilaydi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Avtomatik; «faol soatlar»ni dars vaqtiga moslash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Quvvat va uyqu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Energiya tejash va qurilma resursini saqlash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 10–15 daqiqada o‘chadi, uyqu rejimi belgilanadi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Maxfiylik ruxsatlari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Ilovalarning kamera, mikrofon, joylashuvga kirishini cheklaydi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kerakli ilovalarga ruxsat berish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xavfsizligi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 va tarmoqlararo ekran holati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Barcha himoya bandlari yashil belgida bo‘lishi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TIZIMGA OID PARAMETRLAR: KOMPYUTER NOMI, TARMOQ PROFILI, YANGILANISH, QUVVAT VA…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Parametrlar o‘rtasidagi bog‘liqlik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Boshlang‘ich parametrlar bir-biriga ta’sir qiladi.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44186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9209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Sozlangan parametrlar «Kompyuter pasporti»ga yozib qo‘yiladi: bu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kelgusida xizmat ko‘rsatishni osonlashtiradi va boshqa mutaxassisga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tizim qanday sozlanganini darhol…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Administrator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93290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Dastur o‘rnatish, tizim sozlamalarini o‘zgartirish,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boshqa hisoblarni boshqarish huquqiga ega.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Lokal hisob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64080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Faqat shu kompyuterda mavjud, Internet talab qilmaydi;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o‘quv xonalari va ofis kompyuterlarida ko‘p qo‘llanadi.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23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sz="1900" b="1">
                <a:solidFill>
                  <a:srgbClr val="1B2A4A"/>
                </a:solidFill>
                <a:latin typeface="Georgia"/>
              </a:rPr>
              <a:t>Masshtab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18179"/>
            <a:ext cx="4936991" cy="57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3A4560"/>
                </a:solidFill>
                <a:latin typeface="Segoe UI"/>
              </a:rPr>
              <a:t>Matn va belgilar o‘lchami (100%, 125%, 150%);</a:t>
            </a:r>
            <a:br/>
            <a:r>
              <a:rPr sz="1600" b="0">
                <a:solidFill>
                  <a:srgbClr val="3A4560"/>
                </a:solidFill>
                <a:latin typeface="Segoe UI"/>
              </a:rPr>
              <a:t>kichik ekranli yuqori ruxsatli noutbuklarda oshiriladi.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Microsoft hisobi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Elektron pochta orqali kiriladi; sozlamalar va OneDrive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fayllari qurilmalar o‘rtasida sinxronlanadi, parolni Internet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orqali tiklash mumkin.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Ruxsat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Monitor uchun «tavsiya etilgan» qiymat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tanlanadi, aks holda tasvir xira bo‘ladi.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Standart foydalanuvchi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28463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Kundalik ish uchun; tizim sozlamalarini o‘zgartirishda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administrator parolini so‘raydi — bu viruslar va xato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harakatlardan himoya qiladi.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Operatsion tizimning boshlang‘ich parametrlari deganda nimani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tushunasiz?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Microsoft hisobi va lokal hisobning afzallik va kamchiliklari qanday?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kundalik ish uchun standart foydalanuvchi hisobi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tavsiya etiladi?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Noto‘g‘ri sana va vaqt qanday muammolarga olib keladi?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«Shaxsiy» va «Ommaviy» tarmoq profillari qanday farq qiladi?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22-mavzu. Operatsion tizimning boshlang‘ich parametrlari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