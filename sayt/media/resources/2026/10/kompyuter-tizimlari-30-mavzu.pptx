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qurilmalarini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tozalash va profilaktik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Tozalash uchun kerakli jihozlar va statik elektrdan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himoyalanish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 bloki, klaviatura, sichqoncha va monitorni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bosqichma-bosqich tozalash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tizim blokini profilaktik ko‘rikdan o‘tkazish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haroratni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qurilmalarini xavfsiz tozalash,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 bloki ichki qismlarini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profilaktik ko‘rikdan o‘tkazish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tozalashdan keyin ishlash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holatini tekshirish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amaliy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statik elektrdan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himoyalangan holda tizim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blokini changdan tozalaydi,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periferik qurilmalarni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artadi va tozalashdan keyin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kompyuter ishlashi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haroratini tekshira oladi.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TOZALASH UCHUN KERAKLI JIHOZLAR VA STATIK ELEKTRDAN HIMOYALANISH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Nima uchun tozalash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Korpus ichiga havo bilan birga chang kiradi va radiatorlar,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ventilyatorlar hamda ulagichlarda to‘planadi.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TOZALASH UCHUN KERAKLI JIHOZLAR VA STATIK ELEKTRDAN HIMOYALANISH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121"/>
                <a:gridCol w="688253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Jihoz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Antistatik bilaguzuk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Tanadagi statik zaryadni yerga tushirib, mikrosxemalarni himoyalaydi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Siqilgan havo ballonchasi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Radiator va tor joylardagi changni puflab chiqaradi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Yumshoq cho‘tka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Ventilyator parraklari va platalardagi changni ko‘chiradi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Mikrofibra salfetka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 va korpus sirtini tirnamasdan artadi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Izopropil spirt (90 % va undan yuqori)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Kontaktlar va eski termopastani tozalash, tez bug‘lanadi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TOZALASH UCHUN KERAKLI JIHOZLAR VA STATIK ELEKTRDAN HIMOYALANISH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Kompyuterni o‘chirib, vilkani rozetkadan chiqaring; quvvat blokidagi kalitni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ham o‘chiring.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Qoldiq zaryadni yo‘qotish uchun uzilgan holatda quvvat tugmasini 5–10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soniya bosib turing.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Antistatik bilaguzukni taqing yoki korpusning bo‘yalmagan metall qismiga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tegib turing; gilam ustida ishlamang.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Chang so‘rgichni korpus ichiga yaqinlashtirmang — u statik zaryad hosil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qiladi.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8555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3515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Quvvat bloki va monitor korpusini ochmang.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TIZIM BLOKI, KLAVIATURA, SICHQONCHA VA MONITORNI BOSQICHMA-BOSQICH TOZALASH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Tizim blokini tozalash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Agar protsessor yoki videokarta tozalashdan keyin ham qizib ketsa, termopasta qurigan bo‘lishi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6048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3706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B2A4A"/>
                </a:solidFill>
                <a:latin typeface="Segoe UI"/>
              </a:rPr>
              <a:t>Barcha kabellarni uzing va ularning qaysi ulagichda bo‘lganini eslab qoling yoki suratga oling.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9939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12618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B2A4A"/>
                </a:solidFill>
                <a:latin typeface="Segoe UI"/>
              </a:rPr>
              <a:t>Tizim blokini yaxshi shamollatiladigan joyga, stol ustiga yonboshlatib qo‘ying va yon qopqoqni oching.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43831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1530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B2A4A"/>
                </a:solidFill>
                <a:latin typeface="Segoe UI"/>
              </a:rPr>
              <a:t>Ventilyatorlarni tozalashdan oldin parragini barmoq yoki plastik tayoqcha bilan ushlab turing — havo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oqimida ortiqcha aylanish ventilyator…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698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83050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B2A4A"/>
                </a:solidFill>
                <a:latin typeface="Segoe UI"/>
              </a:rPr>
              <a:t>Siqilgan havo ballonchasini tik holda ushlab, qisqa-qisqa puflang; chang korpus tashqarisiga chiqishi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uchun yo‘naltiring.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0135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14570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B2A4A"/>
                </a:solidFill>
                <a:latin typeface="Segoe UI"/>
              </a:rPr>
              <a:t>Protsessor radiatori, videokarta, quvvat bloki panjarasi va old panel filtrlaridagi changni cho‘tka bilan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ko‘chiring.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3287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546090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B2A4A"/>
                </a:solidFill>
                <a:latin typeface="Segoe UI"/>
              </a:rPr>
              <a:t>Tezkor xotira modullari, videokarta va kabellar o‘z joyida mahkam turganini tekshiring.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TIZIM BLOKI, KLAVIATURA, SICHQONCHA VA MONITORNI BOSQICHMA-BOSQICH TOZALASH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Periferik qurilmalarni tozalash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Klaviatura: </a:t>
            </a:r>
            <a:r>
              <a:rPr sz="2600" b="0">
                <a:solidFill>
                  <a:srgbClr val="1B2A4A"/>
                </a:solidFill>
                <a:latin typeface="Segoe UI"/>
              </a:rPr>
              <a:t>uzib qo‘yib, teskari ag‘darib silkitish, tugmalar orasini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siqilgan havo bilan puflash, sirtini spirtli salfetka bilan artish.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Sichqoncha: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pastki qismidagi optik datchik oynasini paxta tayoqcha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bilan, oyoqchalarini va korpusini salfetka bilan tozalash.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Monitor: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o‘chirilgan va sovigan holda mikrofibra salfetka bilan artish;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suyuqlikni ekranga emas, salfetkaga sepish;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TIZIM BLOKINI PROFILAKTIK KO‘RIKDAN O‘TKAZISH VA HARORATNI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Profilaktik tekshiruv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Tozalashdan keyin kompyuter yoqiladi va ishlash holati tekshiriladi.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Avval POST muvaffaqiyatli o‘tib, tizim yuklanishi kerak.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TIZIM BLOKINI PROFILAKTIK KO‘RIKDAN O‘TKAZISH VA HARORATNI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Profilaktik ko‘rik varag‘i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4113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078"/>
                <a:gridCol w="5364327"/>
                <a:gridCol w="109724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Tekshiriladigan band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Me’yor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Ventilyatorlar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Hammasi aylanadi, begona shovqin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Kabel va ulagichlar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Mahkam, izolyatsiyasi butun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 harorati (bo‘sh holatda)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Odatda 30–50 °C atrofida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… °C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vaqti va sanasi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saqlanadi (CMOS batareyasi ishlaydi)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Yuklanish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Xatoliksiz, odatdagi vaqtda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TIZIM BLOKINI PROFILAKTIK KO‘RIKDAN O‘TKAZISH VA HARORATNI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Barcha natijalar profilaktik ko‘rik varag‘i va texnik xizmat jurnaliga yoziladi: bu keyingi profilaktika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vaqtini rejalashtirishga yordam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599"/>
                <a:gridCol w="3633899"/>
                <a:gridCol w="4672156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Oqibati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Kabel to‘liq ulanmagan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Kompyuter yoqilmaydi yoki disk ko‘rinmaydi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Barcha quvvat va ma’lumot kabellarini qayta ulash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Xotira moduli qo‘zg‘algan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Ekran qora, ogohlantiruvchi signal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Modulni chiqarib, qulf «chiq» etguncha qayta o‘rnatish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Ventilyator ulagichi uzilgan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Tez qizib ketish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Ona platadagi CPU_FAN ulagichiga ulash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Ekranga suyuqlik sepildi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Dog‘lar, ichiga suyuqlik kirishi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Faqat namlangan salfetka bilan artish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tizim blokini muntazam changdan tozalash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Antistatik bilaguzuk qanday vazifani bajaradi?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Siqilgan havo bilan tozalashda ventilyator parragini nima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ushlab turish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Monitor ekranini qanday to‘g‘ri tozalash lozim?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Tozalashdan keyin kompyuterning qanday ko‘rsatkichlari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tekshiriladi?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30-mavzu. Kompyuter qurilmalarini tozalash va profilaktik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