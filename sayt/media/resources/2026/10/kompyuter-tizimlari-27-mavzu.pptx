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Windows xizmatlari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qurilma boshqaruv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vositalaridan foydalanish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Services konsolida xizmatlarni ko‘rish, to‘xtatish, qayta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ishga tushirish va ishga tushish turini o‘zgartirish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Computer management: device manager orqali drayverni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yangilash va qaytarish, disk management bilan ishlash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chop etish xizmatini qayta ishga tushirish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va qurilma drayverini boshqarish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046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O‘quvchilarga Services konsoli,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Computer Management, Device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Manager va Disk Management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vositalari yordamida Windows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xizmatlari va qurilmalarini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boshqarish bo‘yicha amaliy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xizmat holatini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tekshiradilar va qayta ishga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tushiradilar, drayverni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yangilaydilar yoki oldingi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versiyaga qaytaradilar hamda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disk bo‘limlari haqidagi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ma’lumotni o‘qiy 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SERVICES KONSOLIDA XIZMATLARNI KO‘RISH, TO‘XTATISH, QAYTA ISHGA TUSHIRISH VA ISHGA…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Tayyorgarlik va xavfsizlik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Ushbu mashg‘ulotdagi barcha amallar administrator huquqini talab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SERVICES KONSOLIDA XIZMATLARNI KO‘RISH, TO‘XTATISH, QAYTA ISHGA TUSHIRISH VA ISHGA…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Services konsoli bilan ishlash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335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70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Chop etish navbatida hujjat «osilib» qolsa, Print Spooler xizmatini qayta ishga tushirish odatda</a:t>
            </a:r>
            <a:br/>
            <a:r>
              <a:rPr sz="2000" b="0">
                <a:solidFill>
                  <a:srgbClr val="3A4560"/>
                </a:solidFill>
                <a:latin typeface="Segoe UI"/>
              </a:rPr>
              <a:t>muammoni hal qiladi: xizmatga o‘ng tugma bilan bosib «Restart» tanlanadi.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0138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0">
                <a:solidFill>
                  <a:srgbClr val="1B2A4A"/>
                </a:solidFill>
                <a:latin typeface="Segoe UI"/>
              </a:rPr>
              <a:t>Win + R → services.msc → Enter. Xizmatlar alifbo tartibida ko‘rsatiladi.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05654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961894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0">
                <a:solidFill>
                  <a:srgbClr val="1B2A4A"/>
                </a:solidFill>
                <a:latin typeface="Segoe UI"/>
              </a:rPr>
              <a:t>Ro‘yxatdan «Print Spooler» ni toping. «Status» ustunida uning holati (Running), «Startup Type»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ustunida ishga tushish turi (Automatic) ko‘rinadi.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82058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25926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0">
                <a:solidFill>
                  <a:srgbClr val="1B2A4A"/>
                </a:solidFill>
                <a:latin typeface="Segoe UI"/>
              </a:rPr>
              <a:t>Xizmatga ikki marta bosib, «Properties» oynasini oching: «General» yorlig‘ida xizmat nomi, tavsifi,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bajariluvchi fayl yo‘li va «Start», «Stop»…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8461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489958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0">
                <a:solidFill>
                  <a:srgbClr val="1B2A4A"/>
                </a:solidFill>
                <a:latin typeface="Segoe UI"/>
              </a:rPr>
              <a:t>«Dependencies» yorlig‘ida bu xizmat qaysi xizmatlarga bog‘liqligi va qaysilari unga bog‘liqligi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ko‘rsatiladi.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34864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253990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0">
                <a:solidFill>
                  <a:srgbClr val="1B2A4A"/>
                </a:solidFill>
                <a:latin typeface="Segoe UI"/>
              </a:rPr>
              <a:t>«Recovery» yorlig‘ida xizmat ishdan chiqqanda tizim nima qilishi (qayta ishga tushirish, hech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narsa qilmaslik) belgilanadi.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COMPUTER MANAGEMENT: DEVICE MANAGER ORQALI DRAYVERNI YANGILASH VA QAYTARISH, DISK…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Computer Management — yagona boshqaruv oynasi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Win + X → «Computer Management» (yoki compmgmt.msc) oynasi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chap qismida uch guruh bor: System Tools (Task Scheduler, Event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Viewer, Shared Folders, Performance, Device Manager), Storage (Disk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Management) va Services and Applications (Services).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COMPUTER MANAGEMENT: DEVICE MANAGER ORQALI DRAYVERNI YANGILASH VA QAYTARISH, DISK…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Device Manager’da drayverni boshqarish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Device Manager’ni oching va kerakli qurilma guruhini (masalan, «Network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adapters») kengaytiring.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2500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Qurilmaga ikki marta bosib, «Driver» yorlig‘iga o‘ting: drayver ishlab chiqaruvchisi,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sanasi va versiyasini yozib oling.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8657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6829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«Update Driver» → «Search automatically for drivers» — Windows mos drayverni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qidiradi.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813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22986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Yangi drayverdan keyin qurilma yomon ishlasa, «Roll Back Driver» tugmasi orqali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oldingi versiyaga qayting (tugma faqat oldingi drayver saqlangan…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20970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091430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«Disable Device» — qurilmani vaqtincha o‘chiradi, «Enable Device» — qayta yoqadi.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«Uninstall Device» — drayverni olib tashlaydi, keyingi qayta…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COMPUTER MANAGEMENT: DEVICE MANAGER ORQALI DRAYVERNI YANGILASH VA QAYTARISH, DISK…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Disk Management bilan tanishish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Disk Management (diskmgmt.msc) oynasining pastki qismida har bir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jismoniy disk (Disk 0, Disk 1) va uning bo‘limlari rangli chiziqlar bilan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ko‘rsatiladi. Har bir bo‘limda harf (C:, D:), hajm, fayl tizimi (NTFS, FAT32,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exFAT) va holat (Healthy) yoziladi.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CHOP ETISH XIZMATINI QAYTA ISHGA TUSHIRISH VA QURILMA DRAYVERINI…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Print Spooler qayta ishga tushgandan so‘ng holati yana «Running»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bo‘lishi va printer navbati bo‘shashi kerak.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Device Manager’da qurilma yonida sariq undov yoki pastga qaragan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strelka belgisi qolmasligi lozim.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Disk Management jadvalidagi ma’lumotlar «Bu kompyuter» (This PC)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oynasidagi disklar hajmi bilan mos kelishi kerak.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CHOP ETISH XIZMATINI QAYTA ISHGA TUSHIRISH VA QURILMA DRAYVERINI…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ularni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4415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872"/>
                <a:gridCol w="3576218"/>
                <a:gridCol w="471756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Belgisi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Xizmat «Disabled» qilib qo‘yildi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Tegishli funksiya (ovoz, chop etish) ishlamaydi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Startup Type ni avvalgi holatiga qaytarib, «Start» bosish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Bog‘liq xizmat to‘xtatildi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Boshqa xizmatlar ham to‘xtadi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«Dependencies» ni tekshirib, barcha bog‘liq xizmatlarni yoqish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Qurilma o‘chirilgan holda qoldi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Device Manager’da pastga strelka belgisi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«Enable Device» ni tanlash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Noto‘g‘ri drayver o‘rnatildi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Qurilma ishlamaydi yoki tizim beqaror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«Roll Back Driver» yoki ishlab chiqaruvchi saytidagi drayver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Fleshkaga harf berilmagan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 «Bu kompyuter» da ko‘rinmaydi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Disk Management → «Change Drive Letter and Paths»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CHOP ETISH XIZMATINI QAYTA ISHGA TUSHIRISH VA QURILMA DRAYVERINI…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Xulosa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Xizmatlar va qurilmalarni boshqarish vositalari kuchli, lekin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ehtiyotkorlikni talab qiladi.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AMALIY TOPSHIRIQ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5659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0682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O‘quvchilar juftlikda ishlaydi: avval services.msc da «Print Spooler»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xizmatining holati va ishga tushish turini qayd etadi, chop etish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navbatiga bir nechta hujjat…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Services konsoli qanday ochiladi va unda qaysi ustunlar mavjud?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Chop etish navbati osilib qolganda qaysi xizmatni qayta ishga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tushirish kerak?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«Dependencies» yorlig‘i nimani ko‘rsatadi?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«Roll Back Driver» tugmasi qachon kerak bo‘ladi va nima uchun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ba’zan nofaol bo‘ladi?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Computer Management oynasida qanday vositalar jamlangan?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27-mavzu. Windows xizmatlari va qurilma boshqaruv vositalaridan foydalanish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