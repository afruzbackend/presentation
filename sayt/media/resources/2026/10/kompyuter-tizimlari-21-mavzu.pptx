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Windows operatsion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tizimini kompyuterga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o‘rnatish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O‘rnatish fleshkasidan yuklanish va o‘rnatish dasturining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dastlabki bosqichlari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Diskni bo‘limlarga ajratish, fayllarni nusxalash va birinchi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ishga tushirish (oobe)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windows ni o‘rnatish, drayverlarni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o‘rnatish va tizim ishini tekshirish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Windows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operatsion tizimini o‘rnatish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fleshkasidan belgilangan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ketma-ketlikda o‘rnatish, diskni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to‘g‘ri tanlash, zarur drayverlarni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o‘rnatish va tizimning to‘g‘ri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ishlashini tekshirish ko‘nikmasini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Windows ni mustaqil ravishda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o‘rnatadilar, birinchi ishga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tushirish sozlamalarini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bajaradilar, yetishmayotgan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drayverlarni o‘rnatadilar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tizimning ishga tayyorligini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tekshira oladilar.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O‘RNATISH FLESHKASIDAN YUKLANISH VA O‘RNATISH DASTURINING DASTLABKI BOSQICHLARI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Kerakli jihozlar va xavfsizlik eslatmasi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O‘rnatish faqat o‘qituvchi ruxsat bergan o‘quv kompyuterida yoki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virtual mashinada bajariladi.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O‘RNATISH FLESHKASIDAN YUKLANISH VA O‘RNATISH DASTURINING DASTLABKI BOSQICHLARI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Fleshkadan yuklanish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Kompyuter o‘chiq holatda o‘rnatish fleshkasini orqa paneldagi USB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portga ulash.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Kompyuterni yoqib, ishlab chiqaruvchiga qarab F12, F11, F8 yoki Esc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tugmasini bosib yuklanish menyusini ochish.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Ro‘yxatdan «UEFI: </a:t>
            </a:r>
            <a:r>
              <a:rPr sz="2600" b="0">
                <a:solidFill>
                  <a:srgbClr val="1B2A4A"/>
                </a:solidFill>
                <a:latin typeface="Segoe UI"/>
              </a:rPr>
              <a:t>» so‘zi bilan boshlanadigan fleshka nomini tanlash.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O‘rnatish dasturi ochilgach, o‘rnatiladigan til, vaqt va valyuta formati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hamda klaviatura tartibini tanlab, «Keyingi» tugmasini bosish.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33873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18896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«Hozir o‘rnatish» (Install now) tugmasini bosish.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O‘RNATISH FLESHKASIDAN YUKLANISH VA O‘RNATISH DASTURINING DASTLABKI BOSQICHLARI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Mahsulot kaliti, nashr va litsenziya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Keyingi oynada mahsulot kaliti so‘raladi. Kalit bo‘lsa kiritiladi; agar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kompyuterda avval faollashtirilgan Windows bo‘lgan bo‘lsa, «Menda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mahsulot kaliti yo‘q» bandi tanlanadi — raqamli litsenziya Internetga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ulangandan keyin avtomatik tiklanadi.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DISKNI BO‘LIMLARGA AJRATISH, FAYLLARNI NUSXALASH VA BIRINCHI ISHGA TUSHIRISH (OOBE)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O‘rnatish turi va diskni tanlash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Toza o‘rnatish uchun «Maxsus: faqat Windows ni o‘rnatish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(kengaytirilgan)» turi tanlanadi. Ochilgan oynada disklar va bo‘limlar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ro‘yxati ko‘rinadi.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DISKNI BO‘LIMLARGA AJRATISH, FAYLLARNI NUSXALASH VA BIRINCHI ISHGA TUSHIRISH (OOBE)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Windows avtomatik yaratadigan bo‘limlar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3025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4423"/>
                <a:gridCol w="3538173"/>
                <a:gridCol w="513605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Bo‘lim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Taxminiy hajmi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Vazifasi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EFI tizim bo‘limi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100 MB atrofida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UEFI uchun yuklovchi fayllarni saqlaydi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MSR (zaxiralangan)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16 MB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Microsoft xizmat ehtiyojlari uchun ajratilgan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Asosiy bo‘lim (C:)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Qolgan joy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Windows, dasturlar va foydalanuvchi fayllari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Tiklash bo‘limi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 necha yuz MB dan 1 GB gacha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Windows tiklash muhiti (WinRE)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DISKNI BO‘LIMLARGA AJRATISH, FAYLLARNI NUSXALASH VA BIRINCHI ISHGA TUSHIRISH (OOBE)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Fayllarni nusxalash va qayta yuklanish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Shundan so‘ng o‘rnatish dasturi fayllarni nusxalaydi, ularni tayyorlaydi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va yangilanishlarni qo‘llaydi. Jarayon kompyuter tezligiga qarab 10–40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daqiqa davom etadi, kompyuter bir necha marta o‘zi qayta yuklanadi.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DISKNI BO‘LIMLARGA AJRATISH, FAYLLARNI NUSXALASH VA BIRINCHI ISHGA TUSHIRISH (OOBE)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Birinchi ishga tushirish (OOBE)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O‘rnatish yakunida OOBE (birinchi sozlash oynalari) ochiladi: mamlakat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yoki hudud, klaviatura tartibi va ikkinchi tartib tanlanadi, tarmoqqa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ulanish so‘raladi, so‘ng hisob yaratiladi va maxfiylik sozlamalari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belgilanadi.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WINDOWS NI O‘RNATISH, DRAYVERLARNI O‘RNATISH VA TIZIM ISHINI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O‘rnatishdan keyingi tekshiruv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6343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«Win + X» → Qurilmalar dispetcheri ni ochib, sariq undov belgili qurilmalarni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aniqlash.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2500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0672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Internet bo‘lsa, Sozlamalar → Windows Update → «Yangilanishlarni tekshirish»,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so‘ng «Kengaytirilgan parametrlar → Ixtiyoriy yangilanishlar»…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8657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68294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Internet yo‘q bo‘lsa, tarmoq drayverini oldindan tayyorlangan fleshkadan o‘rnatish: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qurilma ustida o‘ng tugma → «Drayverni yangilash» → «Kompyuterdan…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813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22986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Sozlamalar → Tizim → Faollashtirish bo‘limida faollashtirish holatini tekshirish.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85207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733798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«Win + R» → winver orqali o‘rnatilgan versiya va yig‘ma raqamini yozib olish.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35601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237734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Ovoz, tasvir ruxsati, tarmoq va USB portlarning ishlashini sinab ko‘rish.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WINDOWS NI O‘RNATISH, DRAYVERLARNI O‘RNATISH VA TIZIM ISHINI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 va ularni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Yakunda o‘quvchi nazorat ro‘yxatidagi barcha bandlarni belgilaydi: tizim yuklanadi, Qurilmalar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dispetcherida undov belgisi yo‘q, faollashtirish holati va versiya yozib olingan. Shu holatdagina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o‘rnatish yakunlangan hisoblanadi.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3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4605"/>
                <a:gridCol w="3452900"/>
                <a:gridCol w="4131148"/>
              </a:tblGrid>
              <a:tr h="4368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4EBDD"/>
                          </a:solidFill>
                          <a:latin typeface="Segoe UI"/>
                        </a:rPr>
                        <a:t>Belgi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4EBDD"/>
                          </a:solidFill>
                          <a:latin typeface="Segoe UI"/>
                        </a:rPr>
                        <a:t>Sabab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6908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«Tanlangan diskda MBR bo‘limlar jadvali bor» xabari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Disk MBR uslubida, kompyuter esa UEFI rejimida yuklangan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Diskdagi barcha bo‘limlarni o‘chirib, ajratilmagan joyga o‘rnatish…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6908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Disklar ro‘yxati bo‘sh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Disk kontrolleri (RAID, VMD) uchun drayver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«Drayverni yuklash» tugmasi orqali ishlab chiqaruvchi drayverini…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6908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O‘rnatish qayta-qayta boshidan boshlanadi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Kompyuter yana fleshkadan yuklanmoqda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Fleshkani chiqarish yoki yuklanish tartibida diskni birinchi qilish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6908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Ekran ruxsati past, ovoz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Video va audio drayverlar o‘rnatilmagan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Windows Update yoki ishlab chiqaruvchi drayverlarini o‘rnatish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Yuklanish menyusida fleshkaning qaysi nomini tanlash kerak va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nima uchun?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7622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7622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7947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6865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«Maxsus» o‘rnatish turi «Yangilash» turidan qanday farq qiladi?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Windows UEFI rejimida o‘rnatilganda qaysi bo‘limlarni avtomatik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yaratadi?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44157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44157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4483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434009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O‘rnatish dasturi qayta-qayta boshidan boshlansa, sabab nima va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qanday tuzatiladi?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54571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54571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54897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53814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O‘rnatishdan keyin tizimning ishga tayyorligini qanday tekshirasiz?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21-mavzu. Windows operatsion tizimini kompyuterga o‘rnatish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